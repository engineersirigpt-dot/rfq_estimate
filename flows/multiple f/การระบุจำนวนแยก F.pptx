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75" r:id="rId3"/>
    <p:sldId id="277" r:id="rId4"/>
    <p:sldId id="278" r:id="rId5"/>
    <p:sldId id="276" r:id="rId6"/>
    <p:sldId id="307" r:id="rId7"/>
    <p:sldId id="309" r:id="rId8"/>
    <p:sldId id="310" r:id="rId9"/>
    <p:sldId id="308" r:id="rId10"/>
    <p:sldId id="316" r:id="rId11"/>
    <p:sldId id="314" r:id="rId12"/>
    <p:sldId id="263" r:id="rId13"/>
    <p:sldId id="312" r:id="rId14"/>
    <p:sldId id="313" r:id="rId15"/>
    <p:sldId id="287" r:id="rId16"/>
    <p:sldId id="297" r:id="rId17"/>
    <p:sldId id="298" r:id="rId18"/>
    <p:sldId id="301" r:id="rId19"/>
    <p:sldId id="299" r:id="rId20"/>
    <p:sldId id="302" r:id="rId21"/>
    <p:sldId id="303" r:id="rId22"/>
    <p:sldId id="265" r:id="rId23"/>
    <p:sldId id="304" r:id="rId24"/>
    <p:sldId id="311" r:id="rId25"/>
    <p:sldId id="305" r:id="rId26"/>
    <p:sldId id="31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งานหลาย F" id="{301CBA2C-A22A-45F1-A997-EB71637256F5}">
          <p14:sldIdLst>
            <p14:sldId id="261"/>
            <p14:sldId id="275"/>
            <p14:sldId id="277"/>
            <p14:sldId id="278"/>
            <p14:sldId id="276"/>
            <p14:sldId id="307"/>
            <p14:sldId id="309"/>
            <p14:sldId id="310"/>
            <p14:sldId id="308"/>
            <p14:sldId id="316"/>
            <p14:sldId id="314"/>
            <p14:sldId id="263"/>
            <p14:sldId id="312"/>
            <p14:sldId id="313"/>
            <p14:sldId id="287"/>
            <p14:sldId id="297"/>
            <p14:sldId id="298"/>
            <p14:sldId id="301"/>
            <p14:sldId id="299"/>
            <p14:sldId id="302"/>
            <p14:sldId id="303"/>
            <p14:sldId id="265"/>
            <p14:sldId id="304"/>
            <p14:sldId id="311"/>
            <p14:sldId id="305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EDC3"/>
    <a:srgbClr val="FDDFDF"/>
    <a:srgbClr val="97BAE5"/>
    <a:srgbClr val="D0D0D7"/>
    <a:srgbClr val="52525E"/>
    <a:srgbClr val="2B2A33"/>
    <a:srgbClr val="95B8E3"/>
    <a:srgbClr val="E9E9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797BE-9EA3-45A6-A2B5-53CCBBA44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B59F8-5006-4962-88D1-331BB0B44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DA924-3A8B-4FA9-B4FA-3318FDE92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B5A5-6B87-44C6-8EEC-02C7D128AE35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F4E2E-48CD-4A71-AF1F-8ABCFED4B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3E8A9-23A2-472D-95E0-D890D817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13EE-1E8C-4022-BB5F-F887700C2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9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409D2-38D2-4AD1-88A6-E6EFB2DE2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3F705-A653-4650-AA5B-B1E244476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46941-D59C-42A9-8F8E-32EEC2D28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B5A5-6B87-44C6-8EEC-02C7D128AE35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E7947-D765-42D0-840A-866EFB35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C69C0-57EC-4FC8-A7AC-3498B3A75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13EE-1E8C-4022-BB5F-F887700C2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66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2272-02DF-42E5-8693-35DA894EE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BC50B-DC38-4F85-948D-7D0F574A4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FF8FF-CCF9-4016-854B-BE94781FC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B5A5-6B87-44C6-8EEC-02C7D128AE35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1BD93-CDDE-4DB6-B903-18F9F7EFF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79EF9-2224-47F4-9E59-1951052B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13EE-1E8C-4022-BB5F-F887700C2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66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89CD8-1B38-481F-A88A-322EC6FF2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8B84E-1FEA-48F4-86B5-1FCBC27C3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AEDFE-2DF7-4D03-96AB-B53EE6094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2ACA2-C385-4DDB-B912-B2961A5A3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B5A5-6B87-44C6-8EEC-02C7D128AE35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86072-F360-4FF0-BA67-4DDE15FCB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39EC9-EE17-4EAE-9566-5B3507ED9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13EE-1E8C-4022-BB5F-F887700C2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05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58D69-F641-463C-A1E3-F767094CC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CB682-8B7F-42D8-9D23-F36AAFA27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ECA99-ED1A-4FC4-8152-A3312C835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1DC3A-224F-46C4-9167-B1E098CCE5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71D19B-2165-4236-A323-BCDC1BF577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9B3247-1AD6-4BAF-B442-52312187F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B5A5-6B87-44C6-8EEC-02C7D128AE35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6C5B49-E71D-4218-96D5-61E884F92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7BE69C-EC9C-431B-8F9C-E693A65B0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13EE-1E8C-4022-BB5F-F887700C2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55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C45F-FA5A-4A04-B7DA-E32A393D1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D5D761-5661-4DE6-A673-534897C9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B5A5-6B87-44C6-8EEC-02C7D128AE35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91EF0-E1F4-4629-A9A6-24E7DF74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0AD2D-3C45-4346-89BF-DE66F936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13EE-1E8C-4022-BB5F-F887700C2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3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AAFC11-7AE4-415D-99D3-987567AAE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B5A5-6B87-44C6-8EEC-02C7D128AE35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F99393-E2B3-48F2-8693-317DE767C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3DD31-0F89-4C18-95B9-7AC1A531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13EE-1E8C-4022-BB5F-F887700C2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E093-D6F3-47EE-BE08-90460098E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429DF-D470-41AD-BEE3-5FAA32744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E27AF-3D5E-4639-9AE1-280A503C7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DE4CA-40EB-40AC-83DB-C133EAD60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B5A5-6B87-44C6-8EEC-02C7D128AE35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614C6-17A2-4B17-9437-C22F3F3F2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7E319-0B91-4FDB-8BAD-F0ADCE33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13EE-1E8C-4022-BB5F-F887700C2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1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ABA39-90E1-4FA2-B376-B00C568FF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F7290B-118C-48AE-8723-7180770DD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A48D1-171A-4A07-88D0-A7ABD7657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CD7B7-3879-40FD-B58D-D639C8A65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B5A5-6B87-44C6-8EEC-02C7D128AE35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12017-4AF7-4E64-AD27-2E13922B0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B5BD1-835F-4E4B-971D-7A0218BE1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13EE-1E8C-4022-BB5F-F887700C2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B417B-FC5B-4385-BA38-7751004CB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0353B-1CEE-413A-8A45-6E84290C3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3C215-14CE-48BE-8022-9B22FCF61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B5A5-6B87-44C6-8EEC-02C7D128AE35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C7EB8-10BC-42D6-A351-0A91EAD5C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778E2-6390-4B0F-B78A-C6B07D33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13EE-1E8C-4022-BB5F-F887700C2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E89064-2921-4737-8661-8B72E6E092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90B77-80F1-42CD-92CB-BBC780353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DE1C3-7D10-495B-BF17-597C14F5A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B5A5-6B87-44C6-8EEC-02C7D128AE35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1D754-075B-4D90-B7EC-FDAD875E0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F9211-BF10-4882-89C6-B107300AD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13EE-1E8C-4022-BB5F-F887700C2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7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5EF223-6AA9-4A58-86DB-DE5B1B6C3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1B9BB-42C3-4CD8-9D27-53496D680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800CD-6451-4CE7-AF4A-E038F1852F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EB5A5-6B87-44C6-8EEC-02C7D128AE35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F0DD0-2D51-4E7B-804A-FEF49D555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A9C0B-D401-4E12-A4FD-428BECC0D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113EE-1E8C-4022-BB5F-F887700C2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2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6" Type="http://schemas.openxmlformats.org/officeDocument/2006/relationships/image" Target="../media/image3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31.svg"/><Relationship Id="rId12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svg"/><Relationship Id="rId2" Type="http://schemas.openxmlformats.org/officeDocument/2006/relationships/image" Target="../media/image1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sv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10" Type="http://schemas.openxmlformats.org/officeDocument/2006/relationships/image" Target="../media/image76.svg"/><Relationship Id="rId4" Type="http://schemas.openxmlformats.org/officeDocument/2006/relationships/image" Target="../media/image70.svg"/><Relationship Id="rId9" Type="http://schemas.openxmlformats.org/officeDocument/2006/relationships/image" Target="../media/image7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10" Type="http://schemas.openxmlformats.org/officeDocument/2006/relationships/image" Target="../media/image84.svg"/><Relationship Id="rId4" Type="http://schemas.openxmlformats.org/officeDocument/2006/relationships/image" Target="../media/image78.svg"/><Relationship Id="rId9" Type="http://schemas.openxmlformats.org/officeDocument/2006/relationships/image" Target="../media/image8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3" Type="http://schemas.openxmlformats.org/officeDocument/2006/relationships/image" Target="../media/image79.png"/><Relationship Id="rId7" Type="http://schemas.openxmlformats.org/officeDocument/2006/relationships/image" Target="../media/image81.png"/><Relationship Id="rId12" Type="http://schemas.openxmlformats.org/officeDocument/2006/relationships/image" Target="../media/image7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svg"/><Relationship Id="rId11" Type="http://schemas.openxmlformats.org/officeDocument/2006/relationships/image" Target="../media/image77.png"/><Relationship Id="rId5" Type="http://schemas.openxmlformats.org/officeDocument/2006/relationships/image" Target="../media/image83.png"/><Relationship Id="rId10" Type="http://schemas.openxmlformats.org/officeDocument/2006/relationships/image" Target="../media/image86.svg"/><Relationship Id="rId4" Type="http://schemas.openxmlformats.org/officeDocument/2006/relationships/image" Target="../media/image80.svg"/><Relationship Id="rId9" Type="http://schemas.openxmlformats.org/officeDocument/2006/relationships/image" Target="../media/image8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sv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10" Type="http://schemas.openxmlformats.org/officeDocument/2006/relationships/image" Target="../media/image94.svg"/><Relationship Id="rId4" Type="http://schemas.openxmlformats.org/officeDocument/2006/relationships/image" Target="../media/image88.svg"/><Relationship Id="rId9" Type="http://schemas.openxmlformats.org/officeDocument/2006/relationships/image" Target="../media/image9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Picture 463">
            <a:extLst>
              <a:ext uri="{FF2B5EF4-FFF2-40B4-BE49-F238E27FC236}">
                <a16:creationId xmlns:a16="http://schemas.microsoft.com/office/drawing/2014/main" id="{8FFAC071-2657-4C1B-A184-8A76551B8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sp>
        <p:nvSpPr>
          <p:cNvPr id="465" name="TextBox 464">
            <a:extLst>
              <a:ext uri="{FF2B5EF4-FFF2-40B4-BE49-F238E27FC236}">
                <a16:creationId xmlns:a16="http://schemas.microsoft.com/office/drawing/2014/main" id="{74641B5D-5633-4AD6-8CD0-40C3C713933C}"/>
              </a:ext>
            </a:extLst>
          </p:cNvPr>
          <p:cNvSpPr txBox="1"/>
          <p:nvPr/>
        </p:nvSpPr>
        <p:spPr>
          <a:xfrm>
            <a:off x="3005402" y="2921168"/>
            <a:ext cx="61703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6000" b="1" spc="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การระบุจำนวน</a:t>
            </a:r>
            <a:r>
              <a:rPr lang="th-TH" sz="6000" b="1" spc="600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แยก </a:t>
            </a:r>
            <a:r>
              <a:rPr lang="en-US" sz="6000" b="1" spc="600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AB1F48-461E-7DC1-234C-3B3E89E7BE8F}"/>
              </a:ext>
            </a:extLst>
          </p:cNvPr>
          <p:cNvSpPr txBox="1"/>
          <p:nvPr/>
        </p:nvSpPr>
        <p:spPr>
          <a:xfrm>
            <a:off x="3597186" y="3936831"/>
            <a:ext cx="4786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*** ยอดรวมทุก 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มียอดเดียวเท่านั้น</a:t>
            </a:r>
            <a:endParaRPr lang="en-US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630058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C21AD6-00A9-442E-B1F3-1C81A86B5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C8B49487-CE3E-4303-B0B8-DC5DD939DEF6}"/>
              </a:ext>
            </a:extLst>
          </p:cNvPr>
          <p:cNvSpPr txBox="1"/>
          <p:nvPr/>
        </p:nvSpPr>
        <p:spPr>
          <a:xfrm>
            <a:off x="294149" y="1086931"/>
            <a:ext cx="4786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ไม่สามารถกรอกข้อมูล</a:t>
            </a:r>
            <a:r>
              <a:rPr lang="th-TH" sz="28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แยกแต่ละ </a:t>
            </a:r>
            <a:r>
              <a:rPr lang="en-US" sz="28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  <a:r>
              <a:rPr lang="th-TH" sz="28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ได้</a:t>
            </a:r>
            <a:endParaRPr lang="en-US" sz="2400" b="1" dirty="0">
              <a:solidFill>
                <a:srgbClr val="7030A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AD80EB-ABCB-43E2-8425-2E89877137C3}"/>
              </a:ext>
            </a:extLst>
          </p:cNvPr>
          <p:cNvSpPr txBox="1"/>
          <p:nvPr/>
        </p:nvSpPr>
        <p:spPr>
          <a:xfrm>
            <a:off x="10448486" y="1060137"/>
            <a:ext cx="1438476" cy="442674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แบบเดิม</a:t>
            </a:r>
            <a:endParaRPr lang="en-US" sz="2000" b="1" dirty="0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0835DC0-3B6C-4B74-A632-EEA57C3E0DCD}"/>
              </a:ext>
            </a:extLst>
          </p:cNvPr>
          <p:cNvGrpSpPr/>
          <p:nvPr/>
        </p:nvGrpSpPr>
        <p:grpSpPr>
          <a:xfrm>
            <a:off x="294149" y="1613704"/>
            <a:ext cx="11592813" cy="3186439"/>
            <a:chOff x="294149" y="1613704"/>
            <a:chExt cx="11592813" cy="318643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3A0E77-A8DC-4200-A291-9F51EEB44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54" r="1"/>
            <a:stretch/>
          </p:blipFill>
          <p:spPr>
            <a:xfrm>
              <a:off x="294149" y="1613704"/>
              <a:ext cx="11592813" cy="318643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F4A69DC-E1F7-49A4-BEA1-06057C93367D}"/>
                </a:ext>
              </a:extLst>
            </p:cNvPr>
            <p:cNvSpPr/>
            <p:nvPr/>
          </p:nvSpPr>
          <p:spPr>
            <a:xfrm>
              <a:off x="448177" y="2681168"/>
              <a:ext cx="3607356" cy="1018766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41F987A-CCF2-18FF-DF30-623C76F26770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การระบุจำนวนยอดงาน</a:t>
            </a:r>
            <a:endParaRPr lang="en-US" sz="2400" b="1" dirty="0">
              <a:solidFill>
                <a:srgbClr val="7030A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82331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C21AD6-00A9-442E-B1F3-1C81A86B5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FD46558-392A-43EF-8232-FC770EDC42F9}"/>
              </a:ext>
            </a:extLst>
          </p:cNvPr>
          <p:cNvGrpSpPr/>
          <p:nvPr/>
        </p:nvGrpSpPr>
        <p:grpSpPr>
          <a:xfrm>
            <a:off x="154874" y="1292819"/>
            <a:ext cx="11768726" cy="4176529"/>
            <a:chOff x="154874" y="1292819"/>
            <a:chExt cx="11768726" cy="417652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30D1E6D-E9DC-4B6D-A8FA-B42EC5DBBEED}"/>
                </a:ext>
              </a:extLst>
            </p:cNvPr>
            <p:cNvGrpSpPr/>
            <p:nvPr/>
          </p:nvGrpSpPr>
          <p:grpSpPr>
            <a:xfrm>
              <a:off x="154874" y="1292819"/>
              <a:ext cx="11768726" cy="4176529"/>
              <a:chOff x="118236" y="964304"/>
              <a:chExt cx="11768726" cy="4176529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40848BC-87EE-4B56-B1F9-11855BC8E396}"/>
                  </a:ext>
                </a:extLst>
              </p:cNvPr>
              <p:cNvSpPr/>
              <p:nvPr/>
            </p:nvSpPr>
            <p:spPr>
              <a:xfrm>
                <a:off x="220873" y="1500285"/>
                <a:ext cx="11666089" cy="364054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FAD80EB-ABCB-43E2-8425-2E89877137C3}"/>
                  </a:ext>
                </a:extLst>
              </p:cNvPr>
              <p:cNvSpPr txBox="1"/>
              <p:nvPr/>
            </p:nvSpPr>
            <p:spPr>
              <a:xfrm>
                <a:off x="10448486" y="964304"/>
                <a:ext cx="1438476" cy="442674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h-TH" sz="2000" b="1" dirty="0">
                    <a:solidFill>
                      <a:srgbClr val="FF000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แบบใหม่</a:t>
                </a:r>
                <a:endPara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63A0E77-A8DC-4200-A291-9F51EEB447C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54" r="1" b="80658"/>
              <a:stretch/>
            </p:blipFill>
            <p:spPr>
              <a:xfrm>
                <a:off x="294149" y="1613705"/>
                <a:ext cx="11592813" cy="61631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062DD8-75D8-47D7-8128-7A3503A23E50}"/>
                  </a:ext>
                </a:extLst>
              </p:cNvPr>
              <p:cNvSpPr txBox="1"/>
              <p:nvPr/>
            </p:nvSpPr>
            <p:spPr>
              <a:xfrm>
                <a:off x="118236" y="1033775"/>
                <a:ext cx="478664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การเลือก</a:t>
                </a:r>
                <a:r>
                  <a:rPr lang="th-TH" sz="2800" b="1" dirty="0">
                    <a:solidFill>
                      <a:srgbClr val="7030A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งานหลาย</a:t>
                </a:r>
                <a:r>
                  <a:rPr lang="en-US" sz="2800" b="1" dirty="0">
                    <a:solidFill>
                      <a:srgbClr val="7030A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และกรอกข้อมูล</a:t>
                </a:r>
                <a:r>
                  <a:rPr lang="th-TH" sz="2800" b="1" dirty="0">
                    <a:solidFill>
                      <a:srgbClr val="7030A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ยอดแต่ละ </a:t>
                </a:r>
                <a:r>
                  <a:rPr lang="en-US" sz="2800" b="1" dirty="0">
                    <a:solidFill>
                      <a:srgbClr val="7030A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</a:t>
                </a:r>
                <a:endParaRPr lang="en-US" sz="2400" b="1" dirty="0">
                  <a:solidFill>
                    <a:srgbClr val="7030A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32F99B0-A30A-4DD4-A5C0-6D59A8748AE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54" t="19342" r="1"/>
              <a:stretch/>
            </p:blipFill>
            <p:spPr>
              <a:xfrm>
                <a:off x="294149" y="2570707"/>
                <a:ext cx="11592813" cy="2570126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DBB3E955-6383-438F-AFA6-3D72E2C43A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71222" b="-28438"/>
              <a:stretch/>
            </p:blipFill>
            <p:spPr>
              <a:xfrm>
                <a:off x="394958" y="2276671"/>
                <a:ext cx="219304" cy="31321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7E9EEEC-B2D1-4482-8500-3703D4EF9C2C}"/>
                  </a:ext>
                </a:extLst>
              </p:cNvPr>
              <p:cNvSpPr txBox="1"/>
              <p:nvPr/>
            </p:nvSpPr>
            <p:spPr>
              <a:xfrm>
                <a:off x="530283" y="2230017"/>
                <a:ext cx="11663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งานมีหลาย </a:t>
                </a:r>
                <a:r>
                  <a:rPr lang="en-US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59B5E0-84C1-4548-87C7-814657CC62B4}"/>
                </a:ext>
              </a:extLst>
            </p:cNvPr>
            <p:cNvSpPr/>
            <p:nvPr/>
          </p:nvSpPr>
          <p:spPr>
            <a:xfrm>
              <a:off x="431596" y="2558532"/>
              <a:ext cx="1229253" cy="331222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E514FAE3-A4CB-4267-ADD2-42BCA2E81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9486" y="3433991"/>
            <a:ext cx="641870" cy="2468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16B1235-1428-A2AC-4E10-3733221EB85D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การระบุจำนวนยอดงาน</a:t>
            </a:r>
            <a:endParaRPr lang="en-US" sz="2400" b="1" dirty="0">
              <a:solidFill>
                <a:srgbClr val="7030A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54579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792ED8-0353-441E-9EB1-4F1A4F2F4832}"/>
              </a:ext>
            </a:extLst>
          </p:cNvPr>
          <p:cNvGrpSpPr/>
          <p:nvPr/>
        </p:nvGrpSpPr>
        <p:grpSpPr>
          <a:xfrm>
            <a:off x="118236" y="735884"/>
            <a:ext cx="12241111" cy="5487634"/>
            <a:chOff x="118236" y="735884"/>
            <a:chExt cx="12241111" cy="548763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6F84468-3F4D-4A6C-82CD-8FA0FEEE7198}"/>
                </a:ext>
              </a:extLst>
            </p:cNvPr>
            <p:cNvGrpSpPr/>
            <p:nvPr/>
          </p:nvGrpSpPr>
          <p:grpSpPr>
            <a:xfrm>
              <a:off x="118236" y="735884"/>
              <a:ext cx="12241111" cy="5487634"/>
              <a:chOff x="118236" y="735884"/>
              <a:chExt cx="12241111" cy="5487634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B332D793-B981-4FC9-AB94-DAB67CF826CA}"/>
                  </a:ext>
                </a:extLst>
              </p:cNvPr>
              <p:cNvGrpSpPr/>
              <p:nvPr/>
            </p:nvGrpSpPr>
            <p:grpSpPr>
              <a:xfrm>
                <a:off x="118236" y="735884"/>
                <a:ext cx="11873107" cy="5487634"/>
                <a:chOff x="118236" y="735884"/>
                <a:chExt cx="11873107" cy="5487634"/>
              </a:xfrm>
            </p:grpSpPr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20CD35D4-6AA7-4C67-A3E1-521289E76EC6}"/>
                    </a:ext>
                  </a:extLst>
                </p:cNvPr>
                <p:cNvSpPr txBox="1"/>
                <p:nvPr/>
              </p:nvSpPr>
              <p:spPr>
                <a:xfrm>
                  <a:off x="118236" y="844025"/>
                  <a:ext cx="478664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การเลือก</a:t>
                  </a:r>
                  <a:r>
                    <a:rPr lang="th-TH" sz="2800" b="1" dirty="0">
                      <a:solidFill>
                        <a:srgbClr val="7030A0"/>
                      </a:solidFill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งานหลาย</a:t>
                  </a:r>
                  <a:r>
                    <a:rPr lang="en-US" sz="2800" b="1" dirty="0">
                      <a:solidFill>
                        <a:srgbClr val="7030A0"/>
                      </a:solidFill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F 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และกรอกข้อมูล</a:t>
                  </a:r>
                  <a:r>
                    <a:rPr lang="th-TH" sz="2800" b="1" dirty="0">
                      <a:solidFill>
                        <a:srgbClr val="7030A0"/>
                      </a:solidFill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ยอดแต่ละ </a:t>
                  </a:r>
                  <a:r>
                    <a:rPr lang="en-US" sz="2800" b="1" dirty="0">
                      <a:solidFill>
                        <a:srgbClr val="7030A0"/>
                      </a:solidFill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F</a:t>
                  </a:r>
                  <a:endParaRPr lang="en-US" sz="2400" b="1" dirty="0">
                    <a:solidFill>
                      <a:srgbClr val="7030A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934C2366-9C3F-421D-A690-7E2B21404424}"/>
                    </a:ext>
                  </a:extLst>
                </p:cNvPr>
                <p:cNvSpPr txBox="1"/>
                <p:nvPr/>
              </p:nvSpPr>
              <p:spPr>
                <a:xfrm>
                  <a:off x="10541978" y="735884"/>
                  <a:ext cx="1438476" cy="442674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th-TH" sz="2000" b="1" dirty="0">
                      <a:solidFill>
                        <a:srgbClr val="FF0000"/>
                      </a:solidFill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แบบใหม่</a:t>
                  </a:r>
                  <a:endParaRPr lang="en-US" sz="2000" b="1" dirty="0">
                    <a:solidFill>
                      <a:srgbClr val="FF000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659EF3E0-60D7-4A84-BB89-1ACC03C4A5A9}"/>
                    </a:ext>
                  </a:extLst>
                </p:cNvPr>
                <p:cNvGrpSpPr/>
                <p:nvPr/>
              </p:nvGrpSpPr>
              <p:grpSpPr>
                <a:xfrm>
                  <a:off x="189770" y="1296956"/>
                  <a:ext cx="11801573" cy="4926562"/>
                  <a:chOff x="189770" y="1296956"/>
                  <a:chExt cx="11801573" cy="4926562"/>
                </a:xfrm>
              </p:grpSpPr>
              <p:grpSp>
                <p:nvGrpSpPr>
                  <p:cNvPr id="97" name="Group 96">
                    <a:extLst>
                      <a:ext uri="{FF2B5EF4-FFF2-40B4-BE49-F238E27FC236}">
                        <a16:creationId xmlns:a16="http://schemas.microsoft.com/office/drawing/2014/main" id="{32F1AD22-3A28-4D08-B726-650845D41FE2}"/>
                      </a:ext>
                    </a:extLst>
                  </p:cNvPr>
                  <p:cNvGrpSpPr/>
                  <p:nvPr/>
                </p:nvGrpSpPr>
                <p:grpSpPr>
                  <a:xfrm>
                    <a:off x="189770" y="1296956"/>
                    <a:ext cx="11801573" cy="4926562"/>
                    <a:chOff x="189770" y="1296956"/>
                    <a:chExt cx="11801573" cy="4926562"/>
                  </a:xfrm>
                </p:grpSpPr>
                <p:grpSp>
                  <p:nvGrpSpPr>
                    <p:cNvPr id="95" name="Group 94">
                      <a:extLst>
                        <a:ext uri="{FF2B5EF4-FFF2-40B4-BE49-F238E27FC236}">
                          <a16:creationId xmlns:a16="http://schemas.microsoft.com/office/drawing/2014/main" id="{1E6550AB-C1E9-4559-9288-ADF7839A59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0657" y="1392759"/>
                      <a:ext cx="11790686" cy="1513726"/>
                      <a:chOff x="200657" y="1392759"/>
                      <a:chExt cx="11790686" cy="1513726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9AF9B9D4-E6B7-43AA-BE4E-F1F00638B71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0657" y="1392759"/>
                        <a:ext cx="11790686" cy="1219812"/>
                        <a:chOff x="200657" y="1392759"/>
                        <a:chExt cx="11790686" cy="1219812"/>
                      </a:xfrm>
                    </p:grpSpPr>
                    <p:pic>
                      <p:nvPicPr>
                        <p:cNvPr id="87" name="Picture 86">
                          <a:extLst>
                            <a:ext uri="{FF2B5EF4-FFF2-40B4-BE49-F238E27FC236}">
                              <a16:creationId xmlns:a16="http://schemas.microsoft.com/office/drawing/2014/main" id="{654F0707-A6DA-4CD0-8E1F-64C8974C0B7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b="81732"/>
                        <a:stretch/>
                      </p:blipFill>
                      <p:spPr>
                        <a:xfrm>
                          <a:off x="200657" y="1392759"/>
                          <a:ext cx="11790686" cy="743951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88" name="Rectangle 87">
                          <a:extLst>
                            <a:ext uri="{FF2B5EF4-FFF2-40B4-BE49-F238E27FC236}">
                              <a16:creationId xmlns:a16="http://schemas.microsoft.com/office/drawing/2014/main" id="{D6C05865-EF5F-4EAB-94A5-2AB2A659670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91886" y="2248678"/>
                          <a:ext cx="1007706" cy="36389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92" name="Rectangle 91">
                        <a:extLst>
                          <a:ext uri="{FF2B5EF4-FFF2-40B4-BE49-F238E27FC236}">
                            <a16:creationId xmlns:a16="http://schemas.microsoft.com/office/drawing/2014/main" id="{366E2846-BFA4-4F0B-976A-65853ABD4E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1886" y="2542592"/>
                        <a:ext cx="1007706" cy="36389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94" name="TextBox 93">
                        <a:extLst>
                          <a:ext uri="{FF2B5EF4-FFF2-40B4-BE49-F238E27FC236}">
                            <a16:creationId xmlns:a16="http://schemas.microsoft.com/office/drawing/2014/main" id="{1EE429B3-597E-4C22-BA9F-FFA6E71712E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52563" y="2187258"/>
                        <a:ext cx="1166326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th-TH" dirty="0"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rPr>
                          <a:t>งานมีหลาย </a:t>
                        </a:r>
                        <a:r>
                          <a:rPr lang="en-US" dirty="0"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rPr>
                          <a:t>F</a:t>
                        </a:r>
                      </a:p>
                    </p:txBody>
                  </p:sp>
                </p:grpSp>
                <p:sp>
                  <p:nvSpPr>
                    <p:cNvPr id="96" name="Rectangle 95">
                      <a:extLst>
                        <a:ext uri="{FF2B5EF4-FFF2-40B4-BE49-F238E27FC236}">
                          <a16:creationId xmlns:a16="http://schemas.microsoft.com/office/drawing/2014/main" id="{87306B3A-FF3A-4229-8462-C1AC61CFED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9770" y="1296956"/>
                      <a:ext cx="11801572" cy="4926562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pic>
                <p:nvPicPr>
                  <p:cNvPr id="98" name="Picture 97">
                    <a:extLst>
                      <a:ext uri="{FF2B5EF4-FFF2-40B4-BE49-F238E27FC236}">
                        <a16:creationId xmlns:a16="http://schemas.microsoft.com/office/drawing/2014/main" id="{C457CF8B-64D2-4E06-A600-90582C63CD7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 l="2026" t="12108" b="11385"/>
                  <a:stretch/>
                </p:blipFill>
                <p:spPr>
                  <a:xfrm>
                    <a:off x="281112" y="5494612"/>
                    <a:ext cx="6587412" cy="492690"/>
                  </a:xfrm>
                  <a:prstGeom prst="rect">
                    <a:avLst/>
                  </a:prstGeom>
                </p:spPr>
              </p:pic>
              <p:sp>
                <p:nvSpPr>
                  <p:cNvPr id="100" name="Rectangle: Rounded Corners 99">
                    <a:extLst>
                      <a:ext uri="{FF2B5EF4-FFF2-40B4-BE49-F238E27FC236}">
                        <a16:creationId xmlns:a16="http://schemas.microsoft.com/office/drawing/2014/main" id="{19A0B556-8D3F-497A-BA1F-9EF324AC0C16}"/>
                      </a:ext>
                    </a:extLst>
                  </p:cNvPr>
                  <p:cNvSpPr/>
                  <p:nvPr/>
                </p:nvSpPr>
                <p:spPr>
                  <a:xfrm>
                    <a:off x="285005" y="5511441"/>
                    <a:ext cx="11136057" cy="492690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02" name="Picture 101">
                    <a:extLst>
                      <a:ext uri="{FF2B5EF4-FFF2-40B4-BE49-F238E27FC236}">
                        <a16:creationId xmlns:a16="http://schemas.microsoft.com/office/drawing/2014/main" id="{B51EA30C-17AD-4B6F-8F27-80CFE03B619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476113" y="2248678"/>
                    <a:ext cx="8028218" cy="2572483"/>
                  </a:xfrm>
                  <a:prstGeom prst="rect">
                    <a:avLst/>
                  </a:prstGeom>
                </p:spPr>
              </p:pic>
              <p:sp>
                <p:nvSpPr>
                  <p:cNvPr id="105" name="Rectangle 104">
                    <a:extLst>
                      <a:ext uri="{FF2B5EF4-FFF2-40B4-BE49-F238E27FC236}">
                        <a16:creationId xmlns:a16="http://schemas.microsoft.com/office/drawing/2014/main" id="{C0C14762-0D5C-43C8-98C1-9CDA4DFCEC74}"/>
                      </a:ext>
                    </a:extLst>
                  </p:cNvPr>
                  <p:cNvSpPr/>
                  <p:nvPr/>
                </p:nvSpPr>
                <p:spPr>
                  <a:xfrm>
                    <a:off x="281112" y="2177926"/>
                    <a:ext cx="9255447" cy="3149575"/>
                  </a:xfrm>
                  <a:prstGeom prst="rect">
                    <a:avLst/>
                  </a:prstGeom>
                  <a:noFill/>
                  <a:ln w="19050"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pic>
              <p:nvPicPr>
                <p:cNvPr id="110" name="Picture 109">
                  <a:extLst>
                    <a:ext uri="{FF2B5EF4-FFF2-40B4-BE49-F238E27FC236}">
                      <a16:creationId xmlns:a16="http://schemas.microsoft.com/office/drawing/2014/main" id="{1675C451-0527-4B86-BD17-F7338CE1BC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2842" y="2260570"/>
                  <a:ext cx="179672" cy="189128"/>
                </a:xfrm>
                <a:prstGeom prst="rect">
                  <a:avLst/>
                </a:prstGeom>
              </p:spPr>
            </p:pic>
          </p:grp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FF233FB-946C-45B7-AD9C-632E8CE4BD15}"/>
                  </a:ext>
                </a:extLst>
              </p:cNvPr>
              <p:cNvSpPr txBox="1"/>
              <p:nvPr/>
            </p:nvSpPr>
            <p:spPr>
              <a:xfrm>
                <a:off x="1476113" y="4859524"/>
                <a:ext cx="83628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Total Qty</a:t>
                </a:r>
              </a:p>
            </p:txBody>
          </p:sp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783FE034-A086-43F0-83C6-7B0CBCA0A1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84267" y="4842142"/>
                <a:ext cx="923134" cy="355052"/>
              </a:xfrm>
              <a:prstGeom prst="rect">
                <a:avLst/>
              </a:prstGeom>
            </p:spPr>
          </p:pic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7CFBD23C-F7B2-4499-82FC-76BB0F22F58F}"/>
                  </a:ext>
                </a:extLst>
              </p:cNvPr>
              <p:cNvGrpSpPr/>
              <p:nvPr/>
            </p:nvGrpSpPr>
            <p:grpSpPr>
              <a:xfrm>
                <a:off x="9692763" y="4647821"/>
                <a:ext cx="2666584" cy="771650"/>
                <a:chOff x="8584362" y="5069692"/>
                <a:chExt cx="2114177" cy="771650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BBEA94A6-1584-4B58-B492-E59E4229C3DB}"/>
                    </a:ext>
                  </a:extLst>
                </p:cNvPr>
                <p:cNvGrpSpPr/>
                <p:nvPr/>
              </p:nvGrpSpPr>
              <p:grpSpPr>
                <a:xfrm>
                  <a:off x="8584362" y="5069692"/>
                  <a:ext cx="2114177" cy="771650"/>
                  <a:chOff x="8584362" y="5069692"/>
                  <a:chExt cx="2114177" cy="771650"/>
                </a:xfrm>
              </p:grpSpPr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id="{C21D2C6B-2556-46C9-BE73-4965DF7221B7}"/>
                      </a:ext>
                    </a:extLst>
                  </p:cNvPr>
                  <p:cNvSpPr txBox="1"/>
                  <p:nvPr/>
                </p:nvSpPr>
                <p:spPr>
                  <a:xfrm>
                    <a:off x="8723305" y="5432719"/>
                    <a:ext cx="917314" cy="408623"/>
                  </a:xfrm>
                  <a:prstGeom prst="round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th-TH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ระบบคำนวณ</a:t>
                    </a:r>
                    <a:endParaRPr lang="en-US" dirty="0">
                      <a:latin typeface="TH Sarabun New" panose="020B0500040200020003" pitchFamily="34" charset="-34"/>
                      <a:cs typeface="TH Sarabun New" panose="020B0500040200020003" pitchFamily="34" charset="-34"/>
                    </a:endParaRPr>
                  </a:p>
                </p:txBody>
              </p:sp>
              <p:sp>
                <p:nvSpPr>
                  <p:cNvPr id="119" name="TextBox 118">
                    <a:extLst>
                      <a:ext uri="{FF2B5EF4-FFF2-40B4-BE49-F238E27FC236}">
                        <a16:creationId xmlns:a16="http://schemas.microsoft.com/office/drawing/2014/main" id="{3F3F1AE3-90F1-4B72-A463-7C7127A2E456}"/>
                      </a:ext>
                    </a:extLst>
                  </p:cNvPr>
                  <p:cNvSpPr txBox="1"/>
                  <p:nvPr/>
                </p:nvSpPr>
                <p:spPr>
                  <a:xfrm>
                    <a:off x="8723306" y="5069692"/>
                    <a:ext cx="1975233" cy="408623"/>
                  </a:xfrm>
                  <a:prstGeom prst="round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th-TH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กรอกข้อมูล</a:t>
                    </a:r>
                    <a:endParaRPr lang="en-US" dirty="0">
                      <a:latin typeface="TH Sarabun New" panose="020B0500040200020003" pitchFamily="34" charset="-34"/>
                      <a:cs typeface="TH Sarabun New" panose="020B0500040200020003" pitchFamily="34" charset="-34"/>
                    </a:endParaRPr>
                  </a:p>
                </p:txBody>
              </p:sp>
              <p:sp>
                <p:nvSpPr>
                  <p:cNvPr id="120" name="Rectangle 119">
                    <a:extLst>
                      <a:ext uri="{FF2B5EF4-FFF2-40B4-BE49-F238E27FC236}">
                        <a16:creationId xmlns:a16="http://schemas.microsoft.com/office/drawing/2014/main" id="{E231C43B-6007-4C2E-BB01-86CF6B02CC5F}"/>
                      </a:ext>
                    </a:extLst>
                  </p:cNvPr>
                  <p:cNvSpPr/>
                  <p:nvPr/>
                </p:nvSpPr>
                <p:spPr>
                  <a:xfrm>
                    <a:off x="8584362" y="5182564"/>
                    <a:ext cx="144995" cy="182880"/>
                  </a:xfrm>
                  <a:prstGeom prst="rect">
                    <a:avLst/>
                  </a:prstGeom>
                  <a:solidFill>
                    <a:srgbClr val="FDDFDF"/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TH Sarabun New" panose="020B0500040200020003" pitchFamily="34" charset="-34"/>
                      <a:cs typeface="TH Sarabun New" panose="020B0500040200020003" pitchFamily="34" charset="-34"/>
                    </a:endParaRPr>
                  </a:p>
                </p:txBody>
              </p:sp>
            </p:grp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D8B3E8B7-08F7-49E9-BC7F-DE4CC43B2609}"/>
                    </a:ext>
                  </a:extLst>
                </p:cNvPr>
                <p:cNvSpPr/>
                <p:nvPr/>
              </p:nvSpPr>
              <p:spPr>
                <a:xfrm>
                  <a:off x="8584362" y="5529455"/>
                  <a:ext cx="144995" cy="1828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</p:grp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1164D5A-E2D8-4AB8-A2C5-636784E7CF61}"/>
                  </a:ext>
                </a:extLst>
              </p:cNvPr>
              <p:cNvSpPr/>
              <p:nvPr/>
            </p:nvSpPr>
            <p:spPr>
              <a:xfrm>
                <a:off x="1708030" y="2346385"/>
                <a:ext cx="1604513" cy="266186"/>
              </a:xfrm>
              <a:prstGeom prst="rect">
                <a:avLst/>
              </a:prstGeom>
              <a:solidFill>
                <a:srgbClr val="95B8E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68CFB5D-486A-4872-81B1-86D5D6138899}"/>
                  </a:ext>
                </a:extLst>
              </p:cNvPr>
              <p:cNvSpPr/>
              <p:nvPr/>
            </p:nvSpPr>
            <p:spPr>
              <a:xfrm>
                <a:off x="3556285" y="2344851"/>
                <a:ext cx="1604513" cy="266186"/>
              </a:xfrm>
              <a:prstGeom prst="rect">
                <a:avLst/>
              </a:prstGeom>
              <a:solidFill>
                <a:srgbClr val="95B8E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6F4F50D-CB40-4E90-85FC-7A7461388A2E}"/>
                  </a:ext>
                </a:extLst>
              </p:cNvPr>
              <p:cNvSpPr/>
              <p:nvPr/>
            </p:nvSpPr>
            <p:spPr>
              <a:xfrm>
                <a:off x="1618889" y="2876428"/>
                <a:ext cx="1604513" cy="189074"/>
              </a:xfrm>
              <a:prstGeom prst="rect">
                <a:avLst/>
              </a:prstGeom>
              <a:solidFill>
                <a:srgbClr val="FDDF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C5BB7C2-6DE3-41E4-BCAA-1A79A61FC2C5}"/>
                  </a:ext>
                </a:extLst>
              </p:cNvPr>
              <p:cNvSpPr/>
              <p:nvPr/>
            </p:nvSpPr>
            <p:spPr>
              <a:xfrm>
                <a:off x="3648537" y="2881027"/>
                <a:ext cx="1604513" cy="189074"/>
              </a:xfrm>
              <a:prstGeom prst="rect">
                <a:avLst/>
              </a:prstGeom>
              <a:solidFill>
                <a:srgbClr val="FDDF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2C29D12-EE7B-4915-AF18-0DAED3BEBF13}"/>
                  </a:ext>
                </a:extLst>
              </p:cNvPr>
              <p:cNvSpPr/>
              <p:nvPr/>
            </p:nvSpPr>
            <p:spPr>
              <a:xfrm>
                <a:off x="5732019" y="2876428"/>
                <a:ext cx="1604513" cy="189074"/>
              </a:xfrm>
              <a:prstGeom prst="rect">
                <a:avLst/>
              </a:prstGeom>
              <a:solidFill>
                <a:srgbClr val="FDDF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3DB3A2B-4E4D-4D5A-B221-E5C275AF454B}"/>
                  </a:ext>
                </a:extLst>
              </p:cNvPr>
              <p:cNvSpPr/>
              <p:nvPr/>
            </p:nvSpPr>
            <p:spPr>
              <a:xfrm>
                <a:off x="7729276" y="2907301"/>
                <a:ext cx="1604513" cy="189074"/>
              </a:xfrm>
              <a:prstGeom prst="rect">
                <a:avLst/>
              </a:prstGeom>
              <a:solidFill>
                <a:srgbClr val="FDDF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4C93E7-1650-4947-9E80-A21BEB010E98}"/>
                  </a:ext>
                </a:extLst>
              </p:cNvPr>
              <p:cNvSpPr txBox="1"/>
              <p:nvPr/>
            </p:nvSpPr>
            <p:spPr>
              <a:xfrm>
                <a:off x="1958570" y="2308022"/>
                <a:ext cx="11663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เพิ่มจำนวน 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B19459D-8280-45DE-8685-B8D10CF3302E}"/>
                  </a:ext>
                </a:extLst>
              </p:cNvPr>
              <p:cNvSpPr txBox="1"/>
              <p:nvPr/>
            </p:nvSpPr>
            <p:spPr>
              <a:xfrm>
                <a:off x="3859833" y="2315673"/>
                <a:ext cx="10450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ลดจำนวน </a:t>
                </a:r>
                <a:r>
                  <a:rPr lang="en-US" sz="20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D64227-E785-4844-99ED-7555EF707ADB}"/>
                </a:ext>
              </a:extLst>
            </p:cNvPr>
            <p:cNvSpPr txBox="1"/>
            <p:nvPr/>
          </p:nvSpPr>
          <p:spPr>
            <a:xfrm>
              <a:off x="1837982" y="2777656"/>
              <a:ext cx="11663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3">
                      <a:lumMod val="75000"/>
                    </a:schemeClr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F Code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CE9C20D-69DA-4829-8F4E-314B219B1EDA}"/>
                </a:ext>
              </a:extLst>
            </p:cNvPr>
            <p:cNvSpPr txBox="1"/>
            <p:nvPr/>
          </p:nvSpPr>
          <p:spPr>
            <a:xfrm>
              <a:off x="3908209" y="2791198"/>
              <a:ext cx="11663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3">
                      <a:lumMod val="75000"/>
                    </a:schemeClr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F Code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2381B82-B56F-474A-863E-BA3E140F5247}"/>
                </a:ext>
              </a:extLst>
            </p:cNvPr>
            <p:cNvSpPr txBox="1"/>
            <p:nvPr/>
          </p:nvSpPr>
          <p:spPr>
            <a:xfrm>
              <a:off x="5997257" y="2790495"/>
              <a:ext cx="11663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3">
                      <a:lumMod val="75000"/>
                    </a:schemeClr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F Code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E99F87D-A953-48FE-AEC2-EE55047D6EAA}"/>
                </a:ext>
              </a:extLst>
            </p:cNvPr>
            <p:cNvSpPr txBox="1"/>
            <p:nvPr/>
          </p:nvSpPr>
          <p:spPr>
            <a:xfrm>
              <a:off x="7920568" y="2790495"/>
              <a:ext cx="11663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3">
                      <a:lumMod val="75000"/>
                    </a:schemeClr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F Code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62DE741-DC41-4F64-BA56-6B9087024DE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9961" b="27130"/>
          <a:stretch/>
        </p:blipFill>
        <p:spPr>
          <a:xfrm>
            <a:off x="6940059" y="5634648"/>
            <a:ext cx="897656" cy="24222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DE370AD-DBC2-D662-4FC9-218A98128FEB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การระบุจำนวนยอดงาน</a:t>
            </a:r>
            <a:endParaRPr lang="en-US" sz="2400" b="1" dirty="0">
              <a:solidFill>
                <a:srgbClr val="7030A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80152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C21AD6-00A9-442E-B1F3-1C81A86B5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B0A2A13-4FF8-4011-A6A7-B96B65EDCE38}"/>
              </a:ext>
            </a:extLst>
          </p:cNvPr>
          <p:cNvGrpSpPr/>
          <p:nvPr/>
        </p:nvGrpSpPr>
        <p:grpSpPr>
          <a:xfrm>
            <a:off x="79782" y="735884"/>
            <a:ext cx="11911560" cy="5357006"/>
            <a:chOff x="79782" y="735884"/>
            <a:chExt cx="11911560" cy="535700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7540068-2459-41AD-A969-3BB66C67C9DC}"/>
                </a:ext>
              </a:extLst>
            </p:cNvPr>
            <p:cNvGrpSpPr/>
            <p:nvPr/>
          </p:nvGrpSpPr>
          <p:grpSpPr>
            <a:xfrm>
              <a:off x="79782" y="735884"/>
              <a:ext cx="11911560" cy="5357006"/>
              <a:chOff x="79782" y="735884"/>
              <a:chExt cx="11911560" cy="5357006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8B49487-CE3E-4303-B0B8-DC5DD939DEF6}"/>
                  </a:ext>
                </a:extLst>
              </p:cNvPr>
              <p:cNvSpPr txBox="1"/>
              <p:nvPr/>
            </p:nvSpPr>
            <p:spPr>
              <a:xfrm>
                <a:off x="79782" y="868698"/>
                <a:ext cx="478664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การเลือก</a:t>
                </a:r>
                <a:r>
                  <a:rPr lang="th-TH" sz="2800" b="1" dirty="0">
                    <a:solidFill>
                      <a:srgbClr val="7030A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งานหลาย</a:t>
                </a:r>
                <a:r>
                  <a:rPr lang="en-US" sz="2800" b="1" dirty="0">
                    <a:solidFill>
                      <a:srgbClr val="7030A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 </a:t>
                </a:r>
                <a:r>
                  <a:rPr lang="th-TH" sz="24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และกรอกข้อมูล</a:t>
                </a:r>
                <a:r>
                  <a:rPr lang="th-TH" sz="2800" b="1" dirty="0">
                    <a:solidFill>
                      <a:srgbClr val="7030A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ยอดแต่ละ </a:t>
                </a:r>
                <a:r>
                  <a:rPr lang="en-US" sz="2800" b="1" dirty="0">
                    <a:solidFill>
                      <a:srgbClr val="7030A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</a:t>
                </a:r>
                <a:endParaRPr lang="en-US" sz="2400" b="1" dirty="0">
                  <a:solidFill>
                    <a:srgbClr val="7030A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pic>
            <p:nvPicPr>
              <p:cNvPr id="128" name="Picture 127">
                <a:extLst>
                  <a:ext uri="{FF2B5EF4-FFF2-40B4-BE49-F238E27FC236}">
                    <a16:creationId xmlns:a16="http://schemas.microsoft.com/office/drawing/2014/main" id="{0BC7E59D-0CC8-4B1C-B3F9-CB7FA6F16D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46082" y="5010043"/>
                <a:ext cx="819945" cy="299595"/>
              </a:xfrm>
              <a:prstGeom prst="rect">
                <a:avLst/>
              </a:prstGeom>
            </p:spPr>
          </p:pic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8EA62ED-3D6A-418F-9F62-AC318CAB90AA}"/>
                  </a:ext>
                </a:extLst>
              </p:cNvPr>
              <p:cNvSpPr txBox="1"/>
              <p:nvPr/>
            </p:nvSpPr>
            <p:spPr>
              <a:xfrm>
                <a:off x="10541978" y="735884"/>
                <a:ext cx="1438476" cy="442674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h-TH" sz="2000" b="1" dirty="0">
                    <a:solidFill>
                      <a:srgbClr val="FF000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แบบใหม่</a:t>
                </a:r>
                <a:endParaRPr lang="en-US" sz="2000" b="1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CD268169-7527-4966-98AF-2012B906B20D}"/>
                  </a:ext>
                </a:extLst>
              </p:cNvPr>
              <p:cNvSpPr/>
              <p:nvPr/>
            </p:nvSpPr>
            <p:spPr>
              <a:xfrm>
                <a:off x="6125584" y="2902794"/>
                <a:ext cx="1438476" cy="215750"/>
              </a:xfrm>
              <a:prstGeom prst="rect">
                <a:avLst/>
              </a:prstGeom>
              <a:solidFill>
                <a:srgbClr val="FDDF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76340A2-5176-4A3B-956E-F04269D80C33}"/>
                  </a:ext>
                </a:extLst>
              </p:cNvPr>
              <p:cNvGrpSpPr/>
              <p:nvPr/>
            </p:nvGrpSpPr>
            <p:grpSpPr>
              <a:xfrm>
                <a:off x="189770" y="1296956"/>
                <a:ext cx="11801572" cy="4795934"/>
                <a:chOff x="189770" y="1296956"/>
                <a:chExt cx="11801572" cy="4795934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ACFEC0AC-7605-4589-B4D8-91C76ACFCB9D}"/>
                    </a:ext>
                  </a:extLst>
                </p:cNvPr>
                <p:cNvGrpSpPr/>
                <p:nvPr/>
              </p:nvGrpSpPr>
              <p:grpSpPr>
                <a:xfrm>
                  <a:off x="189770" y="1296956"/>
                  <a:ext cx="11801572" cy="4795934"/>
                  <a:chOff x="189770" y="1296956"/>
                  <a:chExt cx="11801572" cy="4795934"/>
                </a:xfrm>
              </p:grpSpPr>
              <p:grpSp>
                <p:nvGrpSpPr>
                  <p:cNvPr id="6" name="Group 5">
                    <a:extLst>
                      <a:ext uri="{FF2B5EF4-FFF2-40B4-BE49-F238E27FC236}">
                        <a16:creationId xmlns:a16="http://schemas.microsoft.com/office/drawing/2014/main" id="{09BE127A-314D-4A28-A006-09FEAC489B6F}"/>
                      </a:ext>
                    </a:extLst>
                  </p:cNvPr>
                  <p:cNvGrpSpPr/>
                  <p:nvPr/>
                </p:nvGrpSpPr>
                <p:grpSpPr>
                  <a:xfrm>
                    <a:off x="189770" y="1296956"/>
                    <a:ext cx="11801572" cy="4795934"/>
                    <a:chOff x="189770" y="1296956"/>
                    <a:chExt cx="11801572" cy="4795934"/>
                  </a:xfrm>
                </p:grpSpPr>
                <p:grpSp>
                  <p:nvGrpSpPr>
                    <p:cNvPr id="5" name="Group 4">
                      <a:extLst>
                        <a:ext uri="{FF2B5EF4-FFF2-40B4-BE49-F238E27FC236}">
                          <a16:creationId xmlns:a16="http://schemas.microsoft.com/office/drawing/2014/main" id="{B05E2705-1A57-43F3-9D96-897604F81D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9770" y="1296956"/>
                      <a:ext cx="11801572" cy="4795934"/>
                      <a:chOff x="189770" y="1296956"/>
                      <a:chExt cx="11801572" cy="4795934"/>
                    </a:xfrm>
                  </p:grpSpPr>
                  <p:grpSp>
                    <p:nvGrpSpPr>
                      <p:cNvPr id="3" name="Group 2">
                        <a:extLst>
                          <a:ext uri="{FF2B5EF4-FFF2-40B4-BE49-F238E27FC236}">
                            <a16:creationId xmlns:a16="http://schemas.microsoft.com/office/drawing/2014/main" id="{B805EF89-CF4F-4205-9677-185007A64BF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89770" y="1296956"/>
                        <a:ext cx="11801572" cy="4795934"/>
                        <a:chOff x="189770" y="1296956"/>
                        <a:chExt cx="11801572" cy="4795934"/>
                      </a:xfrm>
                    </p:grpSpPr>
                    <p:grpSp>
                      <p:nvGrpSpPr>
                        <p:cNvPr id="2" name="Group 1">
                          <a:extLst>
                            <a:ext uri="{FF2B5EF4-FFF2-40B4-BE49-F238E27FC236}">
                              <a16:creationId xmlns:a16="http://schemas.microsoft.com/office/drawing/2014/main" id="{2AF8CC21-44BB-4D37-9CD2-E8C3A8B955C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89770" y="1296956"/>
                          <a:ext cx="11801572" cy="4795934"/>
                          <a:chOff x="189770" y="1296956"/>
                          <a:chExt cx="11801572" cy="4795934"/>
                        </a:xfrm>
                      </p:grpSpPr>
                      <p:grpSp>
                        <p:nvGrpSpPr>
                          <p:cNvPr id="108" name="Group 107">
                            <a:extLst>
                              <a:ext uri="{FF2B5EF4-FFF2-40B4-BE49-F238E27FC236}">
                                <a16:creationId xmlns:a16="http://schemas.microsoft.com/office/drawing/2014/main" id="{398886E3-9E67-4E47-BFA9-CCB0F358663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89770" y="1296956"/>
                            <a:ext cx="11801572" cy="4795934"/>
                            <a:chOff x="189770" y="1296956"/>
                            <a:chExt cx="11801572" cy="4795934"/>
                          </a:xfrm>
                        </p:grpSpPr>
                        <p:grpSp>
                          <p:nvGrpSpPr>
                            <p:cNvPr id="104" name="Group 103">
                              <a:extLst>
                                <a:ext uri="{FF2B5EF4-FFF2-40B4-BE49-F238E27FC236}">
                                  <a16:creationId xmlns:a16="http://schemas.microsoft.com/office/drawing/2014/main" id="{83C8FAD5-684F-48F4-B382-2C0869302A6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89770" y="1296956"/>
                              <a:ext cx="11801572" cy="4795934"/>
                              <a:chOff x="189770" y="1296956"/>
                              <a:chExt cx="11801572" cy="4795934"/>
                            </a:xfrm>
                          </p:grpSpPr>
                          <p:grpSp>
                            <p:nvGrpSpPr>
                              <p:cNvPr id="100" name="Group 99">
                                <a:extLst>
                                  <a:ext uri="{FF2B5EF4-FFF2-40B4-BE49-F238E27FC236}">
                                    <a16:creationId xmlns:a16="http://schemas.microsoft.com/office/drawing/2014/main" id="{5C02FC9B-3D37-4D51-AF08-83B3E3F8B40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89770" y="1296956"/>
                                <a:ext cx="11801572" cy="4795934"/>
                                <a:chOff x="189770" y="1296956"/>
                                <a:chExt cx="11801572" cy="4795934"/>
                              </a:xfrm>
                            </p:grpSpPr>
                            <p:grpSp>
                              <p:nvGrpSpPr>
                                <p:cNvPr id="96" name="Group 95">
                                  <a:extLst>
                                    <a:ext uri="{FF2B5EF4-FFF2-40B4-BE49-F238E27FC236}">
                                      <a16:creationId xmlns:a16="http://schemas.microsoft.com/office/drawing/2014/main" id="{4BA88070-784A-419D-AE2F-7C1500263D84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89770" y="1296956"/>
                                  <a:ext cx="11801572" cy="4795934"/>
                                  <a:chOff x="189770" y="1296956"/>
                                  <a:chExt cx="11801572" cy="4795934"/>
                                </a:xfrm>
                              </p:grpSpPr>
                              <p:grpSp>
                                <p:nvGrpSpPr>
                                  <p:cNvPr id="92" name="Group 91">
                                    <a:extLst>
                                      <a:ext uri="{FF2B5EF4-FFF2-40B4-BE49-F238E27FC236}">
                                        <a16:creationId xmlns:a16="http://schemas.microsoft.com/office/drawing/2014/main" id="{384E9D88-40C1-40D5-90AF-3AA31EA2882D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189770" y="1296956"/>
                                    <a:ext cx="11801572" cy="4795934"/>
                                    <a:chOff x="189770" y="1296956"/>
                                    <a:chExt cx="11801572" cy="4795934"/>
                                  </a:xfrm>
                                </p:grpSpPr>
                                <p:grpSp>
                                  <p:nvGrpSpPr>
                                    <p:cNvPr id="90" name="Group 89">
                                      <a:extLst>
                                        <a:ext uri="{FF2B5EF4-FFF2-40B4-BE49-F238E27FC236}">
                                          <a16:creationId xmlns:a16="http://schemas.microsoft.com/office/drawing/2014/main" id="{4FF34131-7A56-4533-A66C-1C99D9EA4C19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189770" y="1296956"/>
                                      <a:ext cx="11801572" cy="4795934"/>
                                      <a:chOff x="189770" y="1296956"/>
                                      <a:chExt cx="11801572" cy="4795934"/>
                                    </a:xfrm>
                                  </p:grpSpPr>
                                  <p:grpSp>
                                    <p:nvGrpSpPr>
                                      <p:cNvPr id="86" name="Group 85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E4C40181-878D-40D1-8BF1-1B21D9C7D10A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189770" y="1296956"/>
                                        <a:ext cx="11801572" cy="4795934"/>
                                        <a:chOff x="189770" y="1296956"/>
                                        <a:chExt cx="11801572" cy="4795934"/>
                                      </a:xfrm>
                                    </p:grpSpPr>
                                    <p:grpSp>
                                      <p:nvGrpSpPr>
                                        <p:cNvPr id="85" name="Group 84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93EE3583-63A5-4842-BBA1-4F4DE544A1E3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189770" y="1296956"/>
                                          <a:ext cx="11801572" cy="4795934"/>
                                          <a:chOff x="189770" y="1296956"/>
                                          <a:chExt cx="11801572" cy="4795934"/>
                                        </a:xfrm>
                                      </p:grpSpPr>
                                      <p:grpSp>
                                        <p:nvGrpSpPr>
                                          <p:cNvPr id="83" name="Group 82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338C4EDB-DF27-43FD-A844-96D7ADD63C4E}"/>
                                              </a:ext>
                                            </a:extLst>
                                          </p:cNvPr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189770" y="1296956"/>
                                            <a:ext cx="11801572" cy="4795934"/>
                                            <a:chOff x="189770" y="1296956"/>
                                            <a:chExt cx="11801572" cy="4795934"/>
                                          </a:xfrm>
                                        </p:grpSpPr>
                                        <p:grpSp>
                                          <p:nvGrpSpPr>
                                            <p:cNvPr id="81" name="Group 80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D0A32B1F-F203-4B5E-9F50-18DA68743662}"/>
                                                </a:ext>
                                              </a:extLst>
                                            </p:cNvPr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189770" y="1296956"/>
                                              <a:ext cx="11801572" cy="4795934"/>
                                              <a:chOff x="189770" y="1296956"/>
                                              <a:chExt cx="11801572" cy="4795934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79" name="Group 78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87D6C29F-AD5C-47E4-BF59-C0B03F9E4B7D}"/>
                                                  </a:ext>
                                                </a:extLst>
                                              </p:cNvPr>
                                              <p:cNvGrpSpPr/>
                                              <p:nvPr/>
                                            </p:nvGrpSpPr>
                                            <p:grpSpPr>
                                              <a:xfrm>
                                                <a:off x="189770" y="1296956"/>
                                                <a:ext cx="11801572" cy="4795934"/>
                                                <a:chOff x="189770" y="1296956"/>
                                                <a:chExt cx="11801572" cy="4795934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63" name="Group 62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87A01FE1-3232-4F3B-AA6A-6043DDA18C98}"/>
                                                    </a:ext>
                                                  </a:extLst>
                                                </p:cNvPr>
                                                <p:cNvGrpSpPr/>
                                                <p:nvPr/>
                                              </p:nvGrpSpPr>
                                              <p:grpSpPr>
                                                <a:xfrm>
                                                  <a:off x="189770" y="1296956"/>
                                                  <a:ext cx="11801572" cy="4795934"/>
                                                  <a:chOff x="189770" y="1296956"/>
                                                  <a:chExt cx="11801572" cy="4795934"/>
                                                </a:xfrm>
                                              </p:grpSpPr>
                                              <p:grpSp>
                                                <p:nvGrpSpPr>
                                                  <p:cNvPr id="62" name="Group 61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509E1A7D-8D19-4FFE-B4BC-B10B75468B1F}"/>
                                                      </a:ext>
                                                    </a:extLst>
                                                  </p:cNvPr>
                                                  <p:cNvGrpSpPr/>
                                                  <p:nvPr/>
                                                </p:nvGrpSpPr>
                                                <p:grpSpPr>
                                                  <a:xfrm>
                                                    <a:off x="189770" y="1296956"/>
                                                    <a:ext cx="11801572" cy="4795934"/>
                                                    <a:chOff x="195214" y="727788"/>
                                                    <a:chExt cx="11801572" cy="4795934"/>
                                                  </a:xfrm>
                                                </p:grpSpPr>
                                                <p:grpSp>
                                                  <p:nvGrpSpPr>
                                                    <p:cNvPr id="48" name="Group 47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6C670130-5E00-4586-90CB-42827A2FCF9F}"/>
                                                        </a:ext>
                                                      </a:extLst>
                                                    </p:cNvPr>
                                                    <p:cNvGrpSpPr/>
                                                    <p:nvPr/>
                                                  </p:nvGrpSpPr>
                                                  <p:grpSpPr>
                                                    <a:xfrm>
                                                      <a:off x="195214" y="838704"/>
                                                      <a:ext cx="11790684" cy="3234136"/>
                                                      <a:chOff x="195214" y="745398"/>
                                                      <a:chExt cx="11790684" cy="3234136"/>
                                                    </a:xfrm>
                                                  </p:grpSpPr>
                                                  <p:grpSp>
                                                    <p:nvGrpSpPr>
                                                      <p:cNvPr id="15" name="Group 14">
                                                        <a:extLst>
                                                          <a:ext uri="{FF2B5EF4-FFF2-40B4-BE49-F238E27FC236}">
                                                            <a16:creationId xmlns:a16="http://schemas.microsoft.com/office/drawing/2014/main" id="{0DC9C373-5F81-4343-B739-092A838D871E}"/>
                                                          </a:ext>
                                                        </a:extLst>
                                                      </p:cNvPr>
                                                      <p:cNvGrpSpPr/>
                                                      <p:nvPr/>
                                                    </p:nvGrpSpPr>
                                                    <p:grpSpPr>
                                                      <a:xfrm>
                                                        <a:off x="195214" y="745398"/>
                                                        <a:ext cx="11790684" cy="3234136"/>
                                                        <a:chOff x="200658" y="859160"/>
                                                        <a:chExt cx="11790684" cy="3234136"/>
                                                      </a:xfrm>
                                                    </p:grpSpPr>
                                                    <p:grpSp>
                                                      <p:nvGrpSpPr>
                                                        <p:cNvPr id="13" name="Group 12">
                                                          <a:extLst>
                                                            <a:ext uri="{FF2B5EF4-FFF2-40B4-BE49-F238E27FC236}">
                                                              <a16:creationId xmlns:a16="http://schemas.microsoft.com/office/drawing/2014/main" id="{454850DD-9B8F-436E-BC34-B9666A83198C}"/>
                                                            </a:ext>
                                                          </a:extLst>
                                                        </p:cNvPr>
                                                        <p:cNvGrpSpPr/>
                                                        <p:nvPr/>
                                                      </p:nvGrpSpPr>
                                                      <p:grpSpPr>
                                                        <a:xfrm>
                                                          <a:off x="200658" y="859160"/>
                                                          <a:ext cx="11790684" cy="3234136"/>
                                                          <a:chOff x="200658" y="859160"/>
                                                          <a:chExt cx="11790684" cy="3234136"/>
                                                        </a:xfrm>
                                                      </p:grpSpPr>
                                                      <p:grpSp>
                                                        <p:nvGrpSpPr>
                                                          <p:cNvPr id="10" name="Group 9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83AF11D8-626B-41EC-8530-042ACA95FC0B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GrpSpPr/>
                                                          <p:nvPr/>
                                                        </p:nvGrpSpPr>
                                                        <p:grpSpPr>
                                                          <a:xfrm>
                                                            <a:off x="200658" y="859160"/>
                                                            <a:ext cx="11790684" cy="3234136"/>
                                                            <a:chOff x="200658" y="859160"/>
                                                            <a:chExt cx="11790684" cy="3234136"/>
                                                          </a:xfrm>
                                                        </p:grpSpPr>
                                                        <p:pic>
                                                          <p:nvPicPr>
                                                            <p:cNvPr id="8" name="Picture 7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69474CAD-5093-426B-ACBC-0EC878A649B0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>
                                                            <a:blip r:embed="rId4"/>
                                                            <a:stretch>
                                                              <a:fillRect/>
                                                            </a:stretch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200658" y="859160"/>
                                                              <a:ext cx="11790684" cy="3234136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  <a:ln>
                                                              <a:noFill/>
                                                            </a:ln>
                                                          </p:spPr>
                                                        </p:pic>
                                                        <p:sp>
                                                          <p:nvSpPr>
                                                            <p:cNvPr id="9" name="Rectangle 8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410C2FC7-8765-481A-ABC8-CEA9F5F01C91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SpPr/>
                                                            <p:nvPr/>
                                                          </p:nvSpPr>
                                                          <p:spPr>
                                                            <a:xfrm>
                                                              <a:off x="284675" y="1712443"/>
                                                              <a:ext cx="4609322" cy="2341984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  <a:solidFill>
                                                              <a:schemeClr val="bg1"/>
                                                            </a:solidFill>
                                                            <a:ln>
                                                              <a:noFill/>
                                                            </a:ln>
                                                          </p:spPr>
                                                          <p:style>
                                                            <a:lnRef idx="2">
                                                              <a:schemeClr val="accent1">
                                                                <a:shade val="50000"/>
                                                              </a:schemeClr>
                                                            </a:lnRef>
                                                            <a:fillRef idx="1">
                                                              <a:schemeClr val="accent1"/>
                                                            </a:fillRef>
                                                            <a:effectRef idx="0">
                                                              <a:schemeClr val="accent1"/>
                                                            </a:effectRef>
                                                            <a:fontRef idx="minor">
                                                              <a:schemeClr val="lt1"/>
                                                            </a:fontRef>
                                                          </p:style>
                                                          <p:txBody>
                                                            <a:bodyPr rtlCol="0" anchor="ctr"/>
                                                            <a:lstStyle/>
                                                            <a:p>
                                                              <a:pPr algn="ctr"/>
                                                              <a:endParaRPr lang="en-US" dirty="0"/>
                                                            </a:p>
                                                          </p:txBody>
                                                        </p:sp>
                                                      </p:grpSp>
                                                      <p:pic>
                                                        <p:nvPicPr>
                                                          <p:cNvPr id="12" name="Picture 11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DCDCFA8B-2ECD-4592-8A88-834DF521507D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PicPr>
                                                            <a:picLocks noChangeAspect="1"/>
                                                          </p:cNvPicPr>
                                                          <p:nvPr/>
                                                        </p:nvPicPr>
                                                        <p:blipFill rotWithShape="1">
                                                          <a:blip r:embed="rId5"/>
                                                          <a:srcRect r="71222" b="-28438"/>
                                                          <a:stretch/>
                                                        </p:blipFill>
                                                        <p:spPr>
                                                          <a:xfrm>
                                                            <a:off x="340532" y="1754149"/>
                                                            <a:ext cx="219304" cy="313210"/>
                                                          </a:xfrm>
                                                          <a:prstGeom prst="rect">
                                                            <a:avLst/>
                                                          </a:prstGeom>
                                                        </p:spPr>
                                                      </p:pic>
                                                    </p:grpSp>
                                                    <p:sp>
                                                      <p:nvSpPr>
                                                        <p:cNvPr id="14" name="TextBox 13">
                                                          <a:extLst>
                                                            <a:ext uri="{FF2B5EF4-FFF2-40B4-BE49-F238E27FC236}">
                                                              <a16:creationId xmlns:a16="http://schemas.microsoft.com/office/drawing/2014/main" id="{CE2F1FCC-28F9-4BDC-A5FE-3E3F9CCB3E1C}"/>
                                                            </a:ext>
                                                          </a:extLst>
                                                        </p:cNvPr>
                                                        <p:cNvSpPr txBox="1"/>
                                                        <p:nvPr/>
                                                      </p:nvSpPr>
                                                      <p:spPr>
                                                        <a:xfrm>
                                                          <a:off x="475857" y="1707495"/>
                                                          <a:ext cx="1166326" cy="369332"/>
                                                        </a:xfrm>
                                                        <a:prstGeom prst="rect">
                                                          <a:avLst/>
                                                        </a:prstGeom>
                                                        <a:noFill/>
                                                      </p:spPr>
                                                      <p:txBody>
                                                        <a:bodyPr wrap="square" rtlCol="0">
                                                          <a:spAutoFit/>
                                                        </a:bodyPr>
                                                        <a:lstStyle/>
                                                        <a:p>
                                                          <a:r>
                                                            <a:rPr lang="th-TH" dirty="0">
                                                              <a:latin typeface="TH Sarabun New" panose="020B0500040200020003" pitchFamily="34" charset="-34"/>
                                                              <a:cs typeface="TH Sarabun New" panose="020B0500040200020003" pitchFamily="34" charset="-34"/>
                                                            </a:rPr>
                                                            <a:t>งานมีหลาย </a:t>
                                                          </a:r>
                                                          <a:r>
                                                            <a:rPr lang="en-US" dirty="0">
                                                              <a:latin typeface="TH Sarabun New" panose="020B0500040200020003" pitchFamily="34" charset="-34"/>
                                                              <a:cs typeface="TH Sarabun New" panose="020B0500040200020003" pitchFamily="34" charset="-34"/>
                                                            </a:rPr>
                                                            <a:t>F</a:t>
                                                          </a:r>
                                                        </a:p>
                                                      </p:txBody>
                                                    </p:sp>
                                                  </p:grpSp>
                                                  <p:grpSp>
                                                    <p:nvGrpSpPr>
                                                      <p:cNvPr id="47" name="Group 46">
                                                        <a:extLst>
                                                          <a:ext uri="{FF2B5EF4-FFF2-40B4-BE49-F238E27FC236}">
                                                            <a16:creationId xmlns:a16="http://schemas.microsoft.com/office/drawing/2014/main" id="{5EF9F461-2126-4CBA-AA48-CB2F63775F02}"/>
                                                          </a:ext>
                                                        </a:extLst>
                                                      </p:cNvPr>
                                                      <p:cNvGrpSpPr/>
                                                      <p:nvPr/>
                                                    </p:nvGrpSpPr>
                                                    <p:grpSpPr>
                                                      <a:xfrm>
                                                        <a:off x="1317002" y="2149684"/>
                                                        <a:ext cx="8664628" cy="1716654"/>
                                                        <a:chOff x="1317002" y="2149684"/>
                                                        <a:chExt cx="8664628" cy="1716654"/>
                                                      </a:xfrm>
                                                    </p:grpSpPr>
                                                    <p:grpSp>
                                                      <p:nvGrpSpPr>
                                                        <p:cNvPr id="25" name="Group 24">
                                                          <a:extLst>
                                                            <a:ext uri="{FF2B5EF4-FFF2-40B4-BE49-F238E27FC236}">
                                                              <a16:creationId xmlns:a16="http://schemas.microsoft.com/office/drawing/2014/main" id="{D42993FC-1B26-4AF0-ADE4-A029E5F793CA}"/>
                                                            </a:ext>
                                                          </a:extLst>
                                                        </p:cNvPr>
                                                        <p:cNvGrpSpPr/>
                                                        <p:nvPr/>
                                                      </p:nvGrpSpPr>
                                                      <p:grpSpPr>
                                                        <a:xfrm>
                                                          <a:off x="1317002" y="2149684"/>
                                                          <a:ext cx="2054469" cy="1716654"/>
                                                          <a:chOff x="2922744" y="2113907"/>
                                                          <a:chExt cx="2054469" cy="1716654"/>
                                                        </a:xfrm>
                                                      </p:grpSpPr>
                                                      <p:grpSp>
                                                        <p:nvGrpSpPr>
                                                          <p:cNvPr id="22" name="Group 21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2C97BB0A-3DE5-438F-9900-0129B0054358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GrpSpPr/>
                                                          <p:nvPr/>
                                                        </p:nvGrpSpPr>
                                                        <p:grpSpPr>
                                                          <a:xfrm>
                                                            <a:off x="2922744" y="2575248"/>
                                                            <a:ext cx="2054469" cy="1255313"/>
                                                            <a:chOff x="2922744" y="2575248"/>
                                                            <a:chExt cx="2054469" cy="1255313"/>
                                                          </a:xfrm>
                                                        </p:grpSpPr>
                                                        <p:pic>
                                                          <p:nvPicPr>
                                                            <p:cNvPr id="17" name="Picture 16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5D7080AD-93BB-4287-A0E1-DB67526DFE7D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>
                                                            <a:blip r:embed="rId6"/>
                                                            <a:stretch>
                                                              <a:fillRect/>
                                                            </a:stretch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2922744" y="2575248"/>
                                                              <a:ext cx="2027096" cy="602032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  <p:pic>
                                                          <p:nvPicPr>
                                                            <p:cNvPr id="19" name="Picture 18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08C3A38C-7605-486F-8284-DC79F6F58C7A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 rotWithShape="1">
                                                            <a:blip r:embed="rId7"/>
                                                            <a:srcRect r="50075" b="549"/>
                                                            <a:stretch/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2922744" y="3233265"/>
                                                              <a:ext cx="2054469" cy="265258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  <p:pic>
                                                          <p:nvPicPr>
                                                            <p:cNvPr id="20" name="Picture 19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4844AE4A-A5C8-4BB5-985A-959D88408B9F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 rotWithShape="1">
                                                            <a:blip r:embed="rId7"/>
                                                            <a:srcRect l="54308" r="20826"/>
                                                            <a:stretch/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2954714" y="3545177"/>
                                                              <a:ext cx="1023257" cy="266722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  <p:pic>
                                                          <p:nvPicPr>
                                                            <p:cNvPr id="21" name="Picture 20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DAB4DFFD-B6D3-4A5E-B972-3265180686AE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 rotWithShape="1">
                                                            <a:blip r:embed="rId7"/>
                                                            <a:srcRect l="82348" t="-10600"/>
                                                            <a:stretch/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4202017" y="3533493"/>
                                                              <a:ext cx="731520" cy="297068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</p:grpSp>
                                                      <p:pic>
                                                        <p:nvPicPr>
                                                          <p:cNvPr id="24" name="Picture 23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648566E6-CF6A-4782-9CE8-B446F995A53B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PicPr>
                                                            <a:picLocks noChangeAspect="1"/>
                                                          </p:cNvPicPr>
                                                          <p:nvPr/>
                                                        </p:nvPicPr>
                                                        <p:blipFill>
                                                          <a:blip r:embed="rId8"/>
                                                          <a:stretch>
                                                            <a:fillRect/>
                                                          </a:stretch>
                                                        </p:blipFill>
                                                        <p:spPr>
                                                          <a:xfrm>
                                                            <a:off x="2965573" y="2113907"/>
                                                            <a:ext cx="1978823" cy="425565"/>
                                                          </a:xfrm>
                                                          <a:prstGeom prst="rect">
                                                            <a:avLst/>
                                                          </a:prstGeom>
                                                        </p:spPr>
                                                      </p:pic>
                                                    </p:grpSp>
                                                    <p:grpSp>
                                                      <p:nvGrpSpPr>
                                                        <p:cNvPr id="26" name="Group 25">
                                                          <a:extLst>
                                                            <a:ext uri="{FF2B5EF4-FFF2-40B4-BE49-F238E27FC236}">
                                                              <a16:creationId xmlns:a16="http://schemas.microsoft.com/office/drawing/2014/main" id="{44B3D0C9-4892-4437-B328-0C194921CDC1}"/>
                                                            </a:ext>
                                                          </a:extLst>
                                                        </p:cNvPr>
                                                        <p:cNvGrpSpPr/>
                                                        <p:nvPr/>
                                                      </p:nvGrpSpPr>
                                                      <p:grpSpPr>
                                                        <a:xfrm>
                                                          <a:off x="3500960" y="2149684"/>
                                                          <a:ext cx="2054469" cy="1716654"/>
                                                          <a:chOff x="2922744" y="2113907"/>
                                                          <a:chExt cx="2054469" cy="1716654"/>
                                                        </a:xfrm>
                                                      </p:grpSpPr>
                                                      <p:grpSp>
                                                        <p:nvGrpSpPr>
                                                          <p:cNvPr id="27" name="Group 26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EE6B2D8A-5FA1-4D0F-B270-EEA778C9F155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GrpSpPr/>
                                                          <p:nvPr/>
                                                        </p:nvGrpSpPr>
                                                        <p:grpSpPr>
                                                          <a:xfrm>
                                                            <a:off x="2922744" y="2575248"/>
                                                            <a:ext cx="2054469" cy="1255313"/>
                                                            <a:chOff x="2922744" y="2575248"/>
                                                            <a:chExt cx="2054469" cy="1255313"/>
                                                          </a:xfrm>
                                                        </p:grpSpPr>
                                                        <p:pic>
                                                          <p:nvPicPr>
                                                            <p:cNvPr id="29" name="Picture 28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5A391470-C68D-423F-9E6A-0D09168FD253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>
                                                            <a:blip r:embed="rId6"/>
                                                            <a:stretch>
                                                              <a:fillRect/>
                                                            </a:stretch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2922744" y="2575248"/>
                                                              <a:ext cx="2027096" cy="602032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  <p:pic>
                                                          <p:nvPicPr>
                                                            <p:cNvPr id="30" name="Picture 29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511E81DE-3C2E-40E9-90DA-F9865B974E2E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 rotWithShape="1">
                                                            <a:blip r:embed="rId7"/>
                                                            <a:srcRect r="50075" b="549"/>
                                                            <a:stretch/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2922744" y="3233265"/>
                                                              <a:ext cx="2054469" cy="265258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  <p:pic>
                                                          <p:nvPicPr>
                                                            <p:cNvPr id="31" name="Picture 30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B18B66CF-A6DD-4687-89C9-E48457FF74A0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 rotWithShape="1">
                                                            <a:blip r:embed="rId7"/>
                                                            <a:srcRect l="54308" r="20826"/>
                                                            <a:stretch/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2954714" y="3545177"/>
                                                              <a:ext cx="1023257" cy="266722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  <p:pic>
                                                          <p:nvPicPr>
                                                            <p:cNvPr id="32" name="Picture 31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DE8F9A59-8F61-4B50-B7B9-A0B79A5CA62E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 rotWithShape="1">
                                                            <a:blip r:embed="rId7"/>
                                                            <a:srcRect l="82348" t="-10600"/>
                                                            <a:stretch/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4202017" y="3533493"/>
                                                              <a:ext cx="731520" cy="297068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</p:grpSp>
                                                      <p:pic>
                                                        <p:nvPicPr>
                                                          <p:cNvPr id="28" name="Picture 27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E1ACC862-0C35-4759-8416-954633ED518C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PicPr>
                                                            <a:picLocks noChangeAspect="1"/>
                                                          </p:cNvPicPr>
                                                          <p:nvPr/>
                                                        </p:nvPicPr>
                                                        <p:blipFill>
                                                          <a:blip r:embed="rId8"/>
                                                          <a:stretch>
                                                            <a:fillRect/>
                                                          </a:stretch>
                                                        </p:blipFill>
                                                        <p:spPr>
                                                          <a:xfrm>
                                                            <a:off x="2965573" y="2113907"/>
                                                            <a:ext cx="1978823" cy="425565"/>
                                                          </a:xfrm>
                                                          <a:prstGeom prst="rect">
                                                            <a:avLst/>
                                                          </a:prstGeom>
                                                        </p:spPr>
                                                      </p:pic>
                                                    </p:grpSp>
                                                    <p:grpSp>
                                                      <p:nvGrpSpPr>
                                                        <p:cNvPr id="33" name="Group 32">
                                                          <a:extLst>
                                                            <a:ext uri="{FF2B5EF4-FFF2-40B4-BE49-F238E27FC236}">
                                                              <a16:creationId xmlns:a16="http://schemas.microsoft.com/office/drawing/2014/main" id="{0DD0C626-9640-4E28-95B4-CF7E4162CCBE}"/>
                                                            </a:ext>
                                                          </a:extLst>
                                                        </p:cNvPr>
                                                        <p:cNvGrpSpPr/>
                                                        <p:nvPr/>
                                                      </p:nvGrpSpPr>
                                                      <p:grpSpPr>
                                                        <a:xfrm>
                                                          <a:off x="7927161" y="2149684"/>
                                                          <a:ext cx="2054469" cy="1716654"/>
                                                          <a:chOff x="2922744" y="2113907"/>
                                                          <a:chExt cx="2054469" cy="1716654"/>
                                                        </a:xfrm>
                                                      </p:grpSpPr>
                                                      <p:grpSp>
                                                        <p:nvGrpSpPr>
                                                          <p:cNvPr id="34" name="Group 33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358D39D6-5C98-4FB9-BC8E-E4AA67BD94E1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GrpSpPr/>
                                                          <p:nvPr/>
                                                        </p:nvGrpSpPr>
                                                        <p:grpSpPr>
                                                          <a:xfrm>
                                                            <a:off x="2922744" y="2575248"/>
                                                            <a:ext cx="2054469" cy="1255313"/>
                                                            <a:chOff x="2922744" y="2575248"/>
                                                            <a:chExt cx="2054469" cy="1255313"/>
                                                          </a:xfrm>
                                                        </p:grpSpPr>
                                                        <p:pic>
                                                          <p:nvPicPr>
                                                            <p:cNvPr id="36" name="Picture 35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60B880C0-70F0-4BE3-B396-D4CA7580E671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>
                                                            <a:blip r:embed="rId6"/>
                                                            <a:stretch>
                                                              <a:fillRect/>
                                                            </a:stretch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2922744" y="2575248"/>
                                                              <a:ext cx="2027096" cy="602032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  <p:pic>
                                                          <p:nvPicPr>
                                                            <p:cNvPr id="37" name="Picture 36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342E12B4-96EF-4AC1-9AA1-8EA1F2B2A757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 rotWithShape="1">
                                                            <a:blip r:embed="rId7"/>
                                                            <a:srcRect r="50075" b="549"/>
                                                            <a:stretch/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2922744" y="3233265"/>
                                                              <a:ext cx="2054469" cy="265258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  <p:pic>
                                                          <p:nvPicPr>
                                                            <p:cNvPr id="38" name="Picture 37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94D5AE03-8D46-49EA-8391-CAFBB567188C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 rotWithShape="1">
                                                            <a:blip r:embed="rId7"/>
                                                            <a:srcRect l="54308" r="20826"/>
                                                            <a:stretch/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2954714" y="3545177"/>
                                                              <a:ext cx="1023257" cy="266722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  <p:pic>
                                                          <p:nvPicPr>
                                                            <p:cNvPr id="39" name="Picture 38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865F3A62-8D90-45DE-BADA-DBD8C2E6FEE6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 rotWithShape="1">
                                                            <a:blip r:embed="rId7"/>
                                                            <a:srcRect l="82348" t="-10600"/>
                                                            <a:stretch/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4202017" y="3533493"/>
                                                              <a:ext cx="731520" cy="297068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</p:grpSp>
                                                      <p:pic>
                                                        <p:nvPicPr>
                                                          <p:cNvPr id="35" name="Picture 34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76C2E57D-93FE-4B0C-B336-705C0776810D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PicPr>
                                                            <a:picLocks noChangeAspect="1"/>
                                                          </p:cNvPicPr>
                                                          <p:nvPr/>
                                                        </p:nvPicPr>
                                                        <p:blipFill>
                                                          <a:blip r:embed="rId8"/>
                                                          <a:stretch>
                                                            <a:fillRect/>
                                                          </a:stretch>
                                                        </p:blipFill>
                                                        <p:spPr>
                                                          <a:xfrm>
                                                            <a:off x="2965573" y="2113907"/>
                                                            <a:ext cx="1978823" cy="425565"/>
                                                          </a:xfrm>
                                                          <a:prstGeom prst="rect">
                                                            <a:avLst/>
                                                          </a:prstGeom>
                                                        </p:spPr>
                                                      </p:pic>
                                                    </p:grpSp>
                                                    <p:grpSp>
                                                      <p:nvGrpSpPr>
                                                        <p:cNvPr id="40" name="Group 39">
                                                          <a:extLst>
                                                            <a:ext uri="{FF2B5EF4-FFF2-40B4-BE49-F238E27FC236}">
                                                              <a16:creationId xmlns:a16="http://schemas.microsoft.com/office/drawing/2014/main" id="{2BB0D781-F5DF-4686-BAD6-705A0542C125}"/>
                                                            </a:ext>
                                                          </a:extLst>
                                                        </p:cNvPr>
                                                        <p:cNvGrpSpPr/>
                                                        <p:nvPr/>
                                                      </p:nvGrpSpPr>
                                                      <p:grpSpPr>
                                                        <a:xfrm>
                                                          <a:off x="5727747" y="2149684"/>
                                                          <a:ext cx="2054469" cy="1716654"/>
                                                          <a:chOff x="2922744" y="2113907"/>
                                                          <a:chExt cx="2054469" cy="1716654"/>
                                                        </a:xfrm>
                                                      </p:grpSpPr>
                                                      <p:grpSp>
                                                        <p:nvGrpSpPr>
                                                          <p:cNvPr id="41" name="Group 40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740E940C-2AE4-4253-B7A8-5D3C0C43E456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GrpSpPr/>
                                                          <p:nvPr/>
                                                        </p:nvGrpSpPr>
                                                        <p:grpSpPr>
                                                          <a:xfrm>
                                                            <a:off x="2922744" y="2575248"/>
                                                            <a:ext cx="2054469" cy="1255313"/>
                                                            <a:chOff x="2922744" y="2575248"/>
                                                            <a:chExt cx="2054469" cy="1255313"/>
                                                          </a:xfrm>
                                                        </p:grpSpPr>
                                                        <p:pic>
                                                          <p:nvPicPr>
                                                            <p:cNvPr id="43" name="Picture 42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A06CE754-6BA6-4D6A-B220-0AD509B5ABC6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>
                                                            <a:blip r:embed="rId6"/>
                                                            <a:stretch>
                                                              <a:fillRect/>
                                                            </a:stretch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2922744" y="2575248"/>
                                                              <a:ext cx="2027096" cy="602032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  <p:pic>
                                                          <p:nvPicPr>
                                                            <p:cNvPr id="44" name="Picture 43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B31B7A7E-5457-4D88-B6FA-F8D0D6029260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 rotWithShape="1">
                                                            <a:blip r:embed="rId7"/>
                                                            <a:srcRect r="50075" b="549"/>
                                                            <a:stretch/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2922744" y="3233265"/>
                                                              <a:ext cx="2054469" cy="265258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  <p:pic>
                                                          <p:nvPicPr>
                                                            <p:cNvPr id="45" name="Picture 44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CD9C2F6D-ED0F-4F67-B5CF-09D919376564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 rotWithShape="1">
                                                            <a:blip r:embed="rId7"/>
                                                            <a:srcRect l="54308" r="20826"/>
                                                            <a:stretch/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2954714" y="3545177"/>
                                                              <a:ext cx="1023257" cy="266722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  <p:pic>
                                                          <p:nvPicPr>
                                                            <p:cNvPr id="46" name="Picture 45">
                                                              <a:extLst>
                                                                <a:ext uri="{FF2B5EF4-FFF2-40B4-BE49-F238E27FC236}">
                                                                  <a16:creationId xmlns:a16="http://schemas.microsoft.com/office/drawing/2014/main" id="{002E93EB-4FA5-4B3F-B5E9-CA1797A56F91}"/>
                                                                </a:ext>
                                                              </a:extLst>
                                                            </p:cNvPr>
                                                            <p:cNvPicPr>
                                                              <a:picLocks noChangeAspect="1"/>
                                                            </p:cNvPicPr>
                                                            <p:nvPr/>
                                                          </p:nvPicPr>
                                                          <p:blipFill rotWithShape="1">
                                                            <a:blip r:embed="rId7"/>
                                                            <a:srcRect l="82348" t="-10600"/>
                                                            <a:stretch/>
                                                          </p:blipFill>
                                                          <p:spPr>
                                                            <a:xfrm>
                                                              <a:off x="4202017" y="3533493"/>
                                                              <a:ext cx="731520" cy="297068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</p:spPr>
                                                        </p:pic>
                                                      </p:grpSp>
                                                      <p:pic>
                                                        <p:nvPicPr>
                                                          <p:cNvPr id="42" name="Picture 41">
                                                            <a:extLst>
                                                              <a:ext uri="{FF2B5EF4-FFF2-40B4-BE49-F238E27FC236}">
                                                                <a16:creationId xmlns:a16="http://schemas.microsoft.com/office/drawing/2014/main" id="{12490F3B-97E8-49C4-BD8F-A87DE3F142E5}"/>
                                                              </a:ext>
                                                            </a:extLst>
                                                          </p:cNvPr>
                                                          <p:cNvPicPr>
                                                            <a:picLocks noChangeAspect="1"/>
                                                          </p:cNvPicPr>
                                                          <p:nvPr/>
                                                        </p:nvPicPr>
                                                        <p:blipFill>
                                                          <a:blip r:embed="rId8"/>
                                                          <a:stretch>
                                                            <a:fillRect/>
                                                          </a:stretch>
                                                        </p:blipFill>
                                                        <p:spPr>
                                                          <a:xfrm>
                                                            <a:off x="2965573" y="2113907"/>
                                                            <a:ext cx="1978823" cy="425565"/>
                                                          </a:xfrm>
                                                          <a:prstGeom prst="rect">
                                                            <a:avLst/>
                                                          </a:prstGeom>
                                                        </p:spPr>
                                                      </p:pic>
                                                    </p:grpSp>
                                                  </p:grpSp>
                                                </p:grpSp>
                                                <p:pic>
                                                  <p:nvPicPr>
                                                    <p:cNvPr id="50" name="Picture 49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94F2D7D9-A694-4188-B39F-703469C46453}"/>
                                                        </a:ext>
                                                      </a:extLst>
                                                    </p:cNvPr>
                                                    <p:cNvPicPr>
                                                      <a:picLocks noChangeAspect="1"/>
                                                    </p:cNvPicPr>
                                                    <p:nvPr/>
                                                  </p:nvPicPr>
                                                  <p:blipFill>
                                                    <a:blip r:embed="rId9"/>
                                                    <a:stretch>
                                                      <a:fillRect/>
                                                    </a:stretch>
                                                  </p:blipFill>
                                                  <p:spPr>
                                                    <a:xfrm>
                                                      <a:off x="1384074" y="1663265"/>
                                                      <a:ext cx="4058047" cy="505398"/>
                                                    </a:xfrm>
                                                    <a:prstGeom prst="rect">
                                                      <a:avLst/>
                                                    </a:prstGeom>
                                                  </p:spPr>
                                                </p:pic>
                                                <p:sp>
                                                  <p:nvSpPr>
                                                    <p:cNvPr id="52" name="TextBox 51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B43B74C5-6171-4E4D-8E42-2F5E04FCDC0A}"/>
                                                        </a:ext>
                                                      </a:extLst>
                                                    </p:cNvPr>
                                                    <p:cNvSpPr txBox="1"/>
                                                    <p:nvPr/>
                                                  </p:nvSpPr>
                                                  <p:spPr>
                                                    <a:xfrm>
                                                      <a:off x="1297962" y="3995641"/>
                                                      <a:ext cx="1023257" cy="338554"/>
                                                    </a:xfrm>
                                                    <a:prstGeom prst="rect">
                                                      <a:avLst/>
                                                    </a:prstGeom>
                                                    <a:noFill/>
                                                  </p:spPr>
                                                  <p:txBody>
                                                    <a:bodyPr wrap="square" rtlCol="0">
                                                      <a:spAutoFit/>
                                                    </a:bodyPr>
                                                    <a:lstStyle/>
                                                    <a:p>
                                                      <a:r>
                                                        <a:rPr lang="en-US" sz="1600" b="1" dirty="0">
                                                          <a:latin typeface="TH Sarabun New" panose="020B0500040200020003" pitchFamily="34" charset="-34"/>
                                                          <a:cs typeface="TH Sarabun New" panose="020B0500040200020003" pitchFamily="34" charset="-34"/>
                                                        </a:rPr>
                                                        <a:t>Total Qty</a:t>
                                                      </a:r>
                                                    </a:p>
                                                  </p:txBody>
                                                </p:sp>
                                                <p:pic>
                                                  <p:nvPicPr>
                                                    <p:cNvPr id="54" name="Picture 53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848B44C9-8356-49EF-BE65-68A914620073}"/>
                                                        </a:ext>
                                                      </a:extLst>
                                                    </p:cNvPr>
                                                    <p:cNvPicPr>
                                                      <a:picLocks noChangeAspect="1"/>
                                                    </p:cNvPicPr>
                                                    <p:nvPr/>
                                                  </p:nvPicPr>
                                                  <p:blipFill>
                                                    <a:blip r:embed="rId3"/>
                                                    <a:stretch>
                                                      <a:fillRect/>
                                                    </a:stretch>
                                                  </p:blipFill>
                                                  <p:spPr>
                                                    <a:xfrm>
                                                      <a:off x="2551526" y="4018820"/>
                                                      <a:ext cx="800252" cy="299595"/>
                                                    </a:xfrm>
                                                    <a:prstGeom prst="rect">
                                                      <a:avLst/>
                                                    </a:prstGeom>
                                                  </p:spPr>
                                                </p:pic>
                                                <p:sp>
                                                  <p:nvSpPr>
                                                    <p:cNvPr id="55" name="TextBox 54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DE07C810-97D0-485B-9F16-C70A12DDF41E}"/>
                                                        </a:ext>
                                                      </a:extLst>
                                                    </p:cNvPr>
                                                    <p:cNvSpPr txBox="1"/>
                                                    <p:nvPr/>
                                                  </p:nvSpPr>
                                                  <p:spPr>
                                                    <a:xfrm>
                                                      <a:off x="3471928" y="4011850"/>
                                                      <a:ext cx="1023257" cy="338554"/>
                                                    </a:xfrm>
                                                    <a:prstGeom prst="rect">
                                                      <a:avLst/>
                                                    </a:prstGeom>
                                                    <a:noFill/>
                                                  </p:spPr>
                                                  <p:txBody>
                                                    <a:bodyPr wrap="square" rtlCol="0">
                                                      <a:spAutoFit/>
                                                    </a:bodyPr>
                                                    <a:lstStyle/>
                                                    <a:p>
                                                      <a:r>
                                                        <a:rPr lang="en-US" sz="1600" b="1" dirty="0">
                                                          <a:latin typeface="TH Sarabun New" panose="020B0500040200020003" pitchFamily="34" charset="-34"/>
                                                          <a:cs typeface="TH Sarabun New" panose="020B0500040200020003" pitchFamily="34" charset="-34"/>
                                                        </a:rPr>
                                                        <a:t>Total Qty</a:t>
                                                      </a:r>
                                                    </a:p>
                                                  </p:txBody>
                                                </p:sp>
                                                <p:pic>
                                                  <p:nvPicPr>
                                                    <p:cNvPr id="56" name="Picture 55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6276AA80-853B-43FF-9810-4C83E3BC1C59}"/>
                                                        </a:ext>
                                                      </a:extLst>
                                                    </p:cNvPr>
                                                    <p:cNvPicPr>
                                                      <a:picLocks noChangeAspect="1"/>
                                                    </p:cNvPicPr>
                                                    <p:nvPr/>
                                                  </p:nvPicPr>
                                                  <p:blipFill>
                                                    <a:blip r:embed="rId3"/>
                                                    <a:stretch>
                                                      <a:fillRect/>
                                                    </a:stretch>
                                                  </p:blipFill>
                                                  <p:spPr>
                                                    <a:xfrm>
                                                      <a:off x="4735484" y="4021804"/>
                                                      <a:ext cx="819945" cy="299595"/>
                                                    </a:xfrm>
                                                    <a:prstGeom prst="rect">
                                                      <a:avLst/>
                                                    </a:prstGeom>
                                                  </p:spPr>
                                                </p:pic>
                                                <p:sp>
                                                  <p:nvSpPr>
                                                    <p:cNvPr id="57" name="TextBox 56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C48BB487-AA98-4494-BA90-0B993CC91DB9}"/>
                                                        </a:ext>
                                                      </a:extLst>
                                                    </p:cNvPr>
                                                    <p:cNvSpPr txBox="1"/>
                                                    <p:nvPr/>
                                                  </p:nvSpPr>
                                                  <p:spPr>
                                                    <a:xfrm>
                                                      <a:off x="5725632" y="4036523"/>
                                                      <a:ext cx="1023257" cy="338554"/>
                                                    </a:xfrm>
                                                    <a:prstGeom prst="rect">
                                                      <a:avLst/>
                                                    </a:prstGeom>
                                                    <a:noFill/>
                                                  </p:spPr>
                                                  <p:txBody>
                                                    <a:bodyPr wrap="square" rtlCol="0">
                                                      <a:spAutoFit/>
                                                    </a:bodyPr>
                                                    <a:lstStyle/>
                                                    <a:p>
                                                      <a:r>
                                                        <a:rPr lang="en-US" sz="1600" b="1" dirty="0">
                                                          <a:latin typeface="TH Sarabun New" panose="020B0500040200020003" pitchFamily="34" charset="-34"/>
                                                          <a:cs typeface="TH Sarabun New" panose="020B0500040200020003" pitchFamily="34" charset="-34"/>
                                                        </a:rPr>
                                                        <a:t>Total Qty</a:t>
                                                      </a:r>
                                                    </a:p>
                                                  </p:txBody>
                                                </p:sp>
                                                <p:pic>
                                                  <p:nvPicPr>
                                                    <p:cNvPr id="58" name="Picture 57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D271D9B0-6C2B-4410-8A12-5C4E73915D3A}"/>
                                                        </a:ext>
                                                      </a:extLst>
                                                    </p:cNvPr>
                                                    <p:cNvPicPr>
                                                      <a:picLocks noChangeAspect="1"/>
                                                    </p:cNvPicPr>
                                                    <p:nvPr/>
                                                  </p:nvPicPr>
                                                  <p:blipFill>
                                                    <a:blip r:embed="rId3"/>
                                                    <a:stretch>
                                                      <a:fillRect/>
                                                    </a:stretch>
                                                  </p:blipFill>
                                                  <p:spPr>
                                                    <a:xfrm>
                                                      <a:off x="6979196" y="4042345"/>
                                                      <a:ext cx="819945" cy="299595"/>
                                                    </a:xfrm>
                                                    <a:prstGeom prst="rect">
                                                      <a:avLst/>
                                                    </a:prstGeom>
                                                  </p:spPr>
                                                </p:pic>
                                                <p:sp>
                                                  <p:nvSpPr>
                                                    <p:cNvPr id="59" name="TextBox 58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DF94DF21-8FA5-48E5-8BED-626320886742}"/>
                                                        </a:ext>
                                                      </a:extLst>
                                                    </p:cNvPr>
                                                    <p:cNvSpPr txBox="1"/>
                                                    <p:nvPr/>
                                                  </p:nvSpPr>
                                                  <p:spPr>
                                                    <a:xfrm>
                                                      <a:off x="7906809" y="4018515"/>
                                                      <a:ext cx="1023257" cy="338554"/>
                                                    </a:xfrm>
                                                    <a:prstGeom prst="rect">
                                                      <a:avLst/>
                                                    </a:prstGeom>
                                                    <a:noFill/>
                                                  </p:spPr>
                                                  <p:txBody>
                                                    <a:bodyPr wrap="square" rtlCol="0">
                                                      <a:spAutoFit/>
                                                    </a:bodyPr>
                                                    <a:lstStyle/>
                                                    <a:p>
                                                      <a:r>
                                                        <a:rPr lang="en-US" sz="1600" b="1" dirty="0">
                                                          <a:latin typeface="TH Sarabun New" panose="020B0500040200020003" pitchFamily="34" charset="-34"/>
                                                          <a:cs typeface="TH Sarabun New" panose="020B0500040200020003" pitchFamily="34" charset="-34"/>
                                                        </a:rPr>
                                                        <a:t>Total Qty</a:t>
                                                      </a:r>
                                                    </a:p>
                                                  </p:txBody>
                                                </p:sp>
                                                <p:pic>
                                                  <p:nvPicPr>
                                                    <p:cNvPr id="60" name="Picture 59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9688F3D1-B6FF-4FAA-AD9D-970908797BC9}"/>
                                                        </a:ext>
                                                      </a:extLst>
                                                    </p:cNvPr>
                                                    <p:cNvPicPr>
                                                      <a:picLocks noChangeAspect="1"/>
                                                    </p:cNvPicPr>
                                                    <p:nvPr/>
                                                  </p:nvPicPr>
                                                  <p:blipFill>
                                                    <a:blip r:embed="rId3"/>
                                                    <a:stretch>
                                                      <a:fillRect/>
                                                    </a:stretch>
                                                  </p:blipFill>
                                                  <p:spPr>
                                                    <a:xfrm>
                                                      <a:off x="9160373" y="4024337"/>
                                                      <a:ext cx="819945" cy="299595"/>
                                                    </a:xfrm>
                                                    <a:prstGeom prst="rect">
                                                      <a:avLst/>
                                                    </a:prstGeom>
                                                  </p:spPr>
                                                </p:pic>
                                                <p:sp>
                                                  <p:nvSpPr>
                                                    <p:cNvPr id="61" name="Rectangle 60">
                                                      <a:extLst>
                                                        <a:ext uri="{FF2B5EF4-FFF2-40B4-BE49-F238E27FC236}">
                                                          <a16:creationId xmlns:a16="http://schemas.microsoft.com/office/drawing/2014/main" id="{2BC41244-6B6E-4E5D-B859-132C5767EED8}"/>
                                                        </a:ext>
                                                      </a:extLst>
                                                    </p:cNvPr>
                                                    <p:cNvSpPr/>
                                                    <p:nvPr/>
                                                  </p:nvSpPr>
                                                  <p:spPr>
                                                    <a:xfrm>
                                                      <a:off x="195214" y="727788"/>
                                                      <a:ext cx="11801572" cy="4795934"/>
                                                    </a:xfrm>
                                                    <a:prstGeom prst="rect">
                                                      <a:avLst/>
                                                    </a:prstGeom>
                                                    <a:noFill/>
                                                    <a:ln>
                                                      <a:solidFill>
                                                        <a:schemeClr val="tx1"/>
                                                      </a:solidFill>
                                                    </a:ln>
                                                  </p:spPr>
                                                  <p:style>
                                                    <a:lnRef idx="2">
                                                      <a:schemeClr val="accent1">
                                                        <a:shade val="50000"/>
                                                      </a:schemeClr>
                                                    </a:lnRef>
                                                    <a:fillRef idx="1">
                                                      <a:schemeClr val="accent1"/>
                                                    </a:fillRef>
                                                    <a:effectRef idx="0">
                                                      <a:schemeClr val="accent1"/>
                                                    </a:effectRef>
                                                    <a:fontRef idx="minor">
                                                      <a:schemeClr val="lt1"/>
                                                    </a:fontRef>
                                                  </p:style>
                                                  <p:txBody>
                                                    <a:bodyPr rtlCol="0" anchor="ctr"/>
                                                    <a:lstStyle/>
                                                    <a:p>
                                                      <a:pPr algn="ctr"/>
                                                      <a:endParaRPr lang="en-US"/>
                                                    </a:p>
                                                  </p:txBody>
                                                </p:sp>
                                              </p:grpSp>
                                              <p:sp>
                                                <p:nvSpPr>
                                                  <p:cNvPr id="53" name="Rectangle 52">
                                                    <a:extLst>
                                                      <a:ext uri="{FF2B5EF4-FFF2-40B4-BE49-F238E27FC236}">
                                                        <a16:creationId xmlns:a16="http://schemas.microsoft.com/office/drawing/2014/main" id="{ECADD9C7-BC54-4E3A-B637-9516FF4129FB}"/>
                                                      </a:ext>
                                                    </a:extLst>
                                                  </p:cNvPr>
                                                  <p:cNvSpPr/>
                                                  <p:nvPr/>
                                                </p:nvSpPr>
                                                <p:spPr>
                                                  <a:xfrm>
                                                    <a:off x="329644" y="2232433"/>
                                                    <a:ext cx="9915368" cy="3145537"/>
                                                  </a:xfrm>
                                                  <a:prstGeom prst="rect">
                                                    <a:avLst/>
                                                  </a:prstGeom>
                                                  <a:noFill/>
                                                  <a:ln w="19050">
                                                    <a:solidFill>
                                                      <a:srgbClr val="C00000"/>
                                                    </a:solidFill>
                                                  </a:ln>
                                                </p:spPr>
                                                <p:style>
                                                  <a:lnRef idx="2">
                                                    <a:schemeClr val="accent1">
                                                      <a:shade val="50000"/>
                                                    </a:schemeClr>
                                                  </a:lnRef>
                                                  <a:fillRef idx="1">
                                                    <a:schemeClr val="accent1"/>
                                                  </a:fillRef>
                                                  <a:effectRef idx="0">
                                                    <a:schemeClr val="accent1"/>
                                                  </a:effectRef>
                                                  <a:fontRef idx="minor">
                                                    <a:schemeClr val="lt1"/>
                                                  </a:fontRef>
                                                </p:style>
                                                <p:txBody>
                                                  <a:bodyPr rtlCol="0" anchor="ctr"/>
                                                  <a:lstStyle/>
                                                  <a:p>
                                                    <a:pPr algn="ctr"/>
                                                    <a:endParaRPr lang="en-US" dirty="0"/>
                                                  </a:p>
                                                </p:txBody>
                                              </p:sp>
                                            </p:grpSp>
                                            <p:sp>
                                              <p:nvSpPr>
                                                <p:cNvPr id="78" name="Rectangle 77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88FDB7EA-8D44-4294-AD5B-EA48E6DC7260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2546082" y="3600890"/>
                                                  <a:ext cx="848429" cy="963919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solidFill>
                                                  <a:schemeClr val="bg1"/>
                                                </a:solidFill>
                                                <a:ln>
                                                  <a:noFill/>
                                                </a:ln>
                                              </p:spPr>
                                              <p:style>
                                                <a:lnRef idx="2">
                                                  <a:schemeClr val="accent1">
                                                    <a:shade val="50000"/>
                                                  </a:schemeClr>
                                                </a:lnRef>
                                                <a:fillRef idx="1">
                                                  <a:schemeClr val="accent1"/>
                                                </a:fillRef>
                                                <a:effectRef idx="0">
                                                  <a:schemeClr val="accent1"/>
                                                </a:effectRef>
                                                <a:fontRef idx="minor">
                                                  <a:schemeClr val="lt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endParaRPr lang="en-US"/>
                                                </a:p>
                                              </p:txBody>
                                            </p:sp>
                                          </p:grpSp>
                                          <p:sp>
                                            <p:nvSpPr>
                                              <p:cNvPr id="80" name="Rectangle 79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E3BD0018-49A8-40C3-B022-24687F4B17BF}"/>
                                                  </a:ext>
                                                </a:extLst>
                                              </p:cNvPr>
                                              <p:cNvSpPr/>
                                              <p:nvPr/>
                                            </p:nvSpPr>
                                            <p:spPr>
                                              <a:xfrm>
                                                <a:off x="4701556" y="3617099"/>
                                                <a:ext cx="848429" cy="963919"/>
                                              </a:xfrm>
                                              <a:prstGeom prst="rect">
                                                <a:avLst/>
                                              </a:prstGeom>
                                              <a:solidFill>
                                                <a:schemeClr val="bg1"/>
                                              </a:solidFill>
                                              <a:ln>
                                                <a:noFill/>
                                              </a:ln>
                                            </p:spPr>
                                            <p:style>
                                              <a:lnRef idx="2">
                                                <a:schemeClr val="accent1">
                                                  <a:shade val="50000"/>
                                                </a:schemeClr>
                                              </a:lnRef>
                                              <a:fillRef idx="1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lt1"/>
                                              </a:fontRef>
                                            </p:style>
                                            <p:txBody>
                                              <a:bodyPr rtlCol="0" anchor="ctr"/>
                                              <a:lstStyle/>
                                              <a:p>
                                                <a:pPr algn="ctr"/>
                                                <a:endParaRPr lang="en-US"/>
                                              </a:p>
                                            </p:txBody>
                                          </p:sp>
                                        </p:grpSp>
                                        <p:sp>
                                          <p:nvSpPr>
                                            <p:cNvPr id="82" name="Rectangle 81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A36F3AC1-B244-44DB-8252-32A3B50ABDE5}"/>
                                                </a:ext>
                                              </a:extLst>
                                            </p:cNvPr>
                                            <p:cNvSpPr/>
                                            <p:nvPr/>
                                          </p:nvSpPr>
                                          <p:spPr>
                                            <a:xfrm>
                                              <a:off x="6959509" y="3617740"/>
                                              <a:ext cx="848429" cy="963919"/>
                                            </a:xfrm>
                                            <a:prstGeom prst="rect">
                                              <a:avLst/>
                                            </a:prstGeom>
                                            <a:solidFill>
                                              <a:schemeClr val="bg1"/>
                                            </a:solidFill>
                                            <a:ln>
                                              <a:noFill/>
                                            </a:ln>
                                          </p:spPr>
                                          <p:style>
                                            <a:lnRef idx="2">
                                              <a:schemeClr val="accent1">
                                                <a:shade val="50000"/>
                                              </a:schemeClr>
                                            </a:lnRef>
                                            <a:fillRef idx="1">
                                              <a:schemeClr val="accent1"/>
                                            </a:fillRef>
                                            <a:effectRef idx="0">
                                              <a:schemeClr val="accent1"/>
                                            </a:effectRef>
                                            <a:fontRef idx="minor">
                                              <a:schemeClr val="lt1"/>
                                            </a:fontRef>
                                          </p:style>
                                          <p:txBody>
                                            <a:bodyPr rtlCol="0" anchor="ctr"/>
                                            <a:lstStyle/>
                                            <a:p>
                                              <a:pPr algn="ctr"/>
                                              <a:endParaRPr lang="en-US"/>
                                            </a:p>
                                          </p:txBody>
                                        </p:sp>
                                      </p:grpSp>
                                      <p:sp>
                                        <p:nvSpPr>
                                          <p:cNvPr id="84" name="Rectangle 83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F6C9AE48-0FE6-4690-84F2-E31DB359BD3F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9122376" y="3600097"/>
                                            <a:ext cx="848429" cy="963919"/>
                                          </a:xfrm>
                                          <a:prstGeom prst="rect">
                                            <a:avLst/>
                                          </a:prstGeom>
                                          <a:solidFill>
                                            <a:schemeClr val="bg1"/>
                                          </a:solidFill>
                                          <a:ln>
                                            <a:noFill/>
                                          </a:ln>
                                        </p:spPr>
                                        <p:style>
                                          <a:lnRef idx="2">
                                            <a:schemeClr val="accent1">
                                              <a:shade val="50000"/>
                                            </a:schemeClr>
                                          </a:lnRef>
                                          <a:fillRef idx="1">
                                            <a:schemeClr val="accent1"/>
                                          </a:fillRef>
                                          <a:effectRef idx="0">
                                            <a:schemeClr val="accent1"/>
                                          </a:effectRef>
                                          <a:fontRef idx="minor">
                                            <a:schemeClr val="lt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endParaRPr lang="en-US"/>
                                          </a:p>
                                        </p:txBody>
                                      </p:sp>
                                    </p:grpSp>
                                    <p:pic>
                                      <p:nvPicPr>
                                        <p:cNvPr id="77" name="Picture 76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242945D1-32C7-4C4C-BA81-25D778BA796B}"/>
                                            </a:ext>
                                          </a:extLst>
                                        </p:cNvPr>
                                        <p:cNvPicPr>
                                          <a:picLocks noChangeAspect="1"/>
                                        </p:cNvPicPr>
                                        <p:nvPr/>
                                      </p:nvPicPr>
                                      <p:blipFill>
                                        <a:blip r:embed="rId10"/>
                                        <a:stretch>
                                          <a:fillRect/>
                                        </a:stretch>
                                      </p:blipFill>
                                      <p:spPr>
                                        <a:xfrm>
                                          <a:off x="2600439" y="3628341"/>
                                          <a:ext cx="701101" cy="251482"/>
                                        </a:xfrm>
                                        <a:prstGeom prst="rect">
                                          <a:avLst/>
                                        </a:prstGeom>
                                      </p:spPr>
                                    </p:pic>
                                  </p:grpSp>
                                  <p:pic>
                                    <p:nvPicPr>
                                      <p:cNvPr id="88" name="Picture 87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5375BDB0-8798-417C-886B-3D7B2D9331EB}"/>
                                          </a:ext>
                                        </a:extLst>
                                      </p:cNvPr>
                                      <p:cNvPicPr>
                                        <a:picLocks noChangeAspect="1"/>
                                      </p:cNvPicPr>
                                      <p:nvPr/>
                                    </p:nvPicPr>
                                    <p:blipFill>
                                      <a:blip r:embed="rId10"/>
                                      <a:stretch>
                                        <a:fillRect/>
                                      </a:stretch>
                                    </p:blipFill>
                                    <p:spPr>
                                      <a:xfrm>
                                        <a:off x="2591397" y="3958333"/>
                                        <a:ext cx="701101" cy="251482"/>
                                      </a:xfrm>
                                      <a:prstGeom prst="rect">
                                        <a:avLst/>
                                      </a:prstGeom>
                                    </p:spPr>
                                  </p:pic>
                                  <p:pic>
                                    <p:nvPicPr>
                                      <p:cNvPr id="89" name="Picture 88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082067FF-8C90-4B97-82EC-04F9B8B2D493}"/>
                                          </a:ext>
                                        </a:extLst>
                                      </p:cNvPr>
                                      <p:cNvPicPr>
                                        <a:picLocks noChangeAspect="1"/>
                                      </p:cNvPicPr>
                                      <p:nvPr/>
                                    </p:nvPicPr>
                                    <p:blipFill>
                                      <a:blip r:embed="rId10"/>
                                      <a:stretch>
                                        <a:fillRect/>
                                      </a:stretch>
                                    </p:blipFill>
                                    <p:spPr>
                                      <a:xfrm>
                                        <a:off x="2592263" y="4289654"/>
                                        <a:ext cx="701101" cy="251482"/>
                                      </a:xfrm>
                                      <a:prstGeom prst="rect">
                                        <a:avLst/>
                                      </a:prstGeom>
                                    </p:spPr>
                                  </p:pic>
                                </p:grpSp>
                                <p:pic>
                                  <p:nvPicPr>
                                    <p:cNvPr id="91" name="Picture 90">
                                      <a:extLst>
                                        <a:ext uri="{FF2B5EF4-FFF2-40B4-BE49-F238E27FC236}">
                                          <a16:creationId xmlns:a16="http://schemas.microsoft.com/office/drawing/2014/main" id="{B383533F-21E8-496C-8891-CBEE4822AB66}"/>
                                        </a:ext>
                                      </a:extLst>
                                    </p:cNvPr>
                                    <p:cNvPicPr>
                                      <a:picLocks noChangeAspect="1"/>
                                    </p:cNvPicPr>
                                    <p:nvPr/>
                                  </p:nvPicPr>
                                  <p:blipFill>
                                    <a:blip r:embed="rId10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1882049" y="3611460"/>
                                      <a:ext cx="339146" cy="273402"/>
                                    </a:xfrm>
                                    <a:prstGeom prst="rect">
                                      <a:avLst/>
                                    </a:prstGeom>
                                    <a:ln>
                                      <a:noFill/>
                                    </a:ln>
                                  </p:spPr>
                                </p:pic>
                              </p:grpSp>
                              <p:pic>
                                <p:nvPicPr>
                                  <p:cNvPr id="93" name="Picture 92">
                                    <a:extLst>
                                      <a:ext uri="{FF2B5EF4-FFF2-40B4-BE49-F238E27FC236}">
                                        <a16:creationId xmlns:a16="http://schemas.microsoft.com/office/drawing/2014/main" id="{E84B0E26-8068-41E0-ADB3-3EBEB92FDBFD}"/>
                                      </a:ext>
                                    </a:extLst>
                                  </p:cNvPr>
                                  <p:cNvPicPr>
                                    <a:picLocks noChangeAspect="1"/>
                                  </p:cNvPicPr>
                                  <p:nvPr/>
                                </p:nvPicPr>
                                <p:blipFill>
                                  <a:blip r:embed="rId10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4081164" y="3611460"/>
                                    <a:ext cx="339146" cy="273402"/>
                                  </a:xfrm>
                                  <a:prstGeom prst="rect">
                                    <a:avLst/>
                                  </a:prstGeom>
                                  <a:ln>
                                    <a:noFill/>
                                  </a:ln>
                                </p:spPr>
                              </p:pic>
                              <p:pic>
                                <p:nvPicPr>
                                  <p:cNvPr id="94" name="Picture 93">
                                    <a:extLst>
                                      <a:ext uri="{FF2B5EF4-FFF2-40B4-BE49-F238E27FC236}">
                                        <a16:creationId xmlns:a16="http://schemas.microsoft.com/office/drawing/2014/main" id="{7CD233E5-B5C7-49E4-B7AE-CF22F6395F57}"/>
                                      </a:ext>
                                    </a:extLst>
                                  </p:cNvPr>
                                  <p:cNvPicPr>
                                    <a:picLocks noChangeAspect="1"/>
                                  </p:cNvPicPr>
                                  <p:nvPr/>
                                </p:nvPicPr>
                                <p:blipFill>
                                  <a:blip r:embed="rId10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6292633" y="3611460"/>
                                    <a:ext cx="339146" cy="273402"/>
                                  </a:xfrm>
                                  <a:prstGeom prst="rect">
                                    <a:avLst/>
                                  </a:prstGeom>
                                  <a:ln>
                                    <a:noFill/>
                                  </a:ln>
                                </p:spPr>
                              </p:pic>
                              <p:pic>
                                <p:nvPicPr>
                                  <p:cNvPr id="95" name="Picture 94">
                                    <a:extLst>
                                      <a:ext uri="{FF2B5EF4-FFF2-40B4-BE49-F238E27FC236}">
                                        <a16:creationId xmlns:a16="http://schemas.microsoft.com/office/drawing/2014/main" id="{CA495F90-ED5F-4685-BF83-CF2458A80CBB}"/>
                                      </a:ext>
                                    </a:extLst>
                                  </p:cNvPr>
                                  <p:cNvPicPr>
                                    <a:picLocks noChangeAspect="1"/>
                                  </p:cNvPicPr>
                                  <p:nvPr/>
                                </p:nvPicPr>
                                <p:blipFill>
                                  <a:blip r:embed="rId10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8504475" y="3602656"/>
                                    <a:ext cx="339146" cy="273402"/>
                                  </a:xfrm>
                                  <a:prstGeom prst="rect">
                                    <a:avLst/>
                                  </a:prstGeom>
                                  <a:ln>
                                    <a:noFill/>
                                  </a:ln>
                                </p:spPr>
                              </p:pic>
                            </p:grpSp>
                            <p:pic>
                              <p:nvPicPr>
                                <p:cNvPr id="97" name="Picture 96">
                                  <a:extLst>
                                    <a:ext uri="{FF2B5EF4-FFF2-40B4-BE49-F238E27FC236}">
                                      <a16:creationId xmlns:a16="http://schemas.microsoft.com/office/drawing/2014/main" id="{FAEDC500-61A4-451B-8B42-A34FA3E83F25}"/>
                                    </a:ext>
                                  </a:extLst>
                                </p:cNvPr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10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4811553" y="3593728"/>
                                  <a:ext cx="701101" cy="251482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  <p:pic>
                              <p:nvPicPr>
                                <p:cNvPr id="98" name="Picture 97">
                                  <a:extLst>
                                    <a:ext uri="{FF2B5EF4-FFF2-40B4-BE49-F238E27FC236}">
                                      <a16:creationId xmlns:a16="http://schemas.microsoft.com/office/drawing/2014/main" id="{D4E3AC6C-E47F-40D1-845C-1FFBD19D9258}"/>
                                    </a:ext>
                                  </a:extLst>
                                </p:cNvPr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10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4802511" y="3923720"/>
                                  <a:ext cx="701101" cy="251482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  <p:pic>
                              <p:nvPicPr>
                                <p:cNvPr id="99" name="Picture 98">
                                  <a:extLst>
                                    <a:ext uri="{FF2B5EF4-FFF2-40B4-BE49-F238E27FC236}">
                                      <a16:creationId xmlns:a16="http://schemas.microsoft.com/office/drawing/2014/main" id="{025B53D3-EB17-49EF-8D08-CA7CDFFDA8D0}"/>
                                    </a:ext>
                                  </a:extLst>
                                </p:cNvPr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10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4803377" y="4255041"/>
                                  <a:ext cx="701101" cy="251482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grpSp>
                          <p:pic>
                            <p:nvPicPr>
                              <p:cNvPr id="101" name="Picture 100">
                                <a:extLst>
                                  <a:ext uri="{FF2B5EF4-FFF2-40B4-BE49-F238E27FC236}">
                                    <a16:creationId xmlns:a16="http://schemas.microsoft.com/office/drawing/2014/main" id="{A320F1AC-A255-4B84-96FE-FE28A96CFB26}"/>
                                  </a:ext>
                                </a:extLst>
                              </p:cNvPr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7027924" y="3593728"/>
                                <a:ext cx="701101" cy="251482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  <p:pic>
                            <p:nvPicPr>
                              <p:cNvPr id="102" name="Picture 101">
                                <a:extLst>
                                  <a:ext uri="{FF2B5EF4-FFF2-40B4-BE49-F238E27FC236}">
                                    <a16:creationId xmlns:a16="http://schemas.microsoft.com/office/drawing/2014/main" id="{9BBB616E-90ED-49B6-BD0C-6AAF7E79B06F}"/>
                                  </a:ext>
                                </a:extLst>
                              </p:cNvPr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7018882" y="3923720"/>
                                <a:ext cx="701101" cy="251482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  <p:pic>
                            <p:nvPicPr>
                              <p:cNvPr id="103" name="Picture 102">
                                <a:extLst>
                                  <a:ext uri="{FF2B5EF4-FFF2-40B4-BE49-F238E27FC236}">
                                    <a16:creationId xmlns:a16="http://schemas.microsoft.com/office/drawing/2014/main" id="{85F6820E-E6F3-41A8-832E-7AC78D3654EC}"/>
                                  </a:ext>
                                </a:extLst>
                              </p:cNvPr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7019748" y="4255041"/>
                                <a:ext cx="701101" cy="251482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grpSp>
                        <p:pic>
                          <p:nvPicPr>
                            <p:cNvPr id="105" name="Picture 104">
                              <a:extLst>
                                <a:ext uri="{FF2B5EF4-FFF2-40B4-BE49-F238E27FC236}">
                                  <a16:creationId xmlns:a16="http://schemas.microsoft.com/office/drawing/2014/main" id="{E9D360C4-C5CA-4422-B23A-8041F6F66AC7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218817" y="3611460"/>
                              <a:ext cx="701101" cy="251482"/>
                            </a:xfrm>
                            <a:prstGeom prst="rect">
                              <a:avLst/>
                            </a:prstGeom>
                          </p:spPr>
                        </p:pic>
                        <p:pic>
                          <p:nvPicPr>
                            <p:cNvPr id="106" name="Picture 105">
                              <a:extLst>
                                <a:ext uri="{FF2B5EF4-FFF2-40B4-BE49-F238E27FC236}">
                                  <a16:creationId xmlns:a16="http://schemas.microsoft.com/office/drawing/2014/main" id="{0618372D-55AA-438F-A73D-3FCF137C866C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209775" y="3941452"/>
                              <a:ext cx="701101" cy="251482"/>
                            </a:xfrm>
                            <a:prstGeom prst="rect">
                              <a:avLst/>
                            </a:prstGeom>
                          </p:spPr>
                        </p:pic>
                        <p:pic>
                          <p:nvPicPr>
                            <p:cNvPr id="107" name="Picture 106">
                              <a:extLst>
                                <a:ext uri="{FF2B5EF4-FFF2-40B4-BE49-F238E27FC236}">
                                  <a16:creationId xmlns:a16="http://schemas.microsoft.com/office/drawing/2014/main" id="{27B5049C-4BBD-4473-B0F8-09D3FC6DD147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210641" y="4272773"/>
                              <a:ext cx="701101" cy="251482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sp>
                        <p:nvSpPr>
                          <p:cNvPr id="112" name="TextBox 111">
                            <a:extLst>
                              <a:ext uri="{FF2B5EF4-FFF2-40B4-BE49-F238E27FC236}">
                                <a16:creationId xmlns:a16="http://schemas.microsoft.com/office/drawing/2014/main" id="{EA9E1A82-4337-44D9-8670-23791F93CAE7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236816" y="4556804"/>
                            <a:ext cx="1438476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b="1" dirty="0">
                                <a:latin typeface="TH Sarabun New" panose="020B0500040200020003" pitchFamily="34" charset="-34"/>
                                <a:cs typeface="TH Sarabun New" panose="020B0500040200020003" pitchFamily="34" charset="-34"/>
                              </a:rPr>
                              <a:t>3,000</a:t>
                            </a:r>
                          </a:p>
                        </p:txBody>
                      </p:sp>
                      <p:sp>
                        <p:nvSpPr>
                          <p:cNvPr id="113" name="TextBox 112">
                            <a:extLst>
                              <a:ext uri="{FF2B5EF4-FFF2-40B4-BE49-F238E27FC236}">
                                <a16:creationId xmlns:a16="http://schemas.microsoft.com/office/drawing/2014/main" id="{CAEB2A6B-80B1-4973-B01F-FDCC2816153B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430698" y="4569426"/>
                            <a:ext cx="1438476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b="1" dirty="0">
                                <a:latin typeface="TH Sarabun New" panose="020B0500040200020003" pitchFamily="34" charset="-34"/>
                                <a:cs typeface="TH Sarabun New" panose="020B0500040200020003" pitchFamily="34" charset="-34"/>
                              </a:rPr>
                              <a:t>5,000</a:t>
                            </a:r>
                          </a:p>
                        </p:txBody>
                      </p:sp>
                      <p:sp>
                        <p:nvSpPr>
                          <p:cNvPr id="114" name="TextBox 113">
                            <a:extLst>
                              <a:ext uri="{FF2B5EF4-FFF2-40B4-BE49-F238E27FC236}">
                                <a16:creationId xmlns:a16="http://schemas.microsoft.com/office/drawing/2014/main" id="{49C62C62-0AE9-47B2-AAE9-6F167B41A2D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48098" y="4586099"/>
                            <a:ext cx="1438476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b="1" dirty="0">
                                <a:latin typeface="TH Sarabun New" panose="020B0500040200020003" pitchFamily="34" charset="-34"/>
                                <a:cs typeface="TH Sarabun New" panose="020B0500040200020003" pitchFamily="34" charset="-34"/>
                              </a:rPr>
                              <a:t>1,500</a:t>
                            </a:r>
                          </a:p>
                        </p:txBody>
                      </p:sp>
                      <p:sp>
                        <p:nvSpPr>
                          <p:cNvPr id="115" name="TextBox 114">
                            <a:extLst>
                              <a:ext uri="{FF2B5EF4-FFF2-40B4-BE49-F238E27FC236}">
                                <a16:creationId xmlns:a16="http://schemas.microsoft.com/office/drawing/2014/main" id="{0042FD96-1A33-4410-BC18-2C37D1949061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8852175" y="4579736"/>
                            <a:ext cx="1438476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b="1" dirty="0">
                                <a:latin typeface="TH Sarabun New" panose="020B0500040200020003" pitchFamily="34" charset="-34"/>
                                <a:cs typeface="TH Sarabun New" panose="020B0500040200020003" pitchFamily="34" charset="-34"/>
                              </a:rPr>
                              <a:t>5,500</a:t>
                            </a:r>
                          </a:p>
                        </p:txBody>
                      </p:sp>
                      <p:sp>
                        <p:nvSpPr>
                          <p:cNvPr id="116" name="TextBox 115">
                            <a:extLst>
                              <a:ext uri="{FF2B5EF4-FFF2-40B4-BE49-F238E27FC236}">
                                <a16:creationId xmlns:a16="http://schemas.microsoft.com/office/drawing/2014/main" id="{FAD87313-B523-4510-A2BB-325D4FF5B18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245167" y="3234438"/>
                            <a:ext cx="1438476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dirty="0">
                                <a:latin typeface="TH Sarabun New" panose="020B0500040200020003" pitchFamily="34" charset="-34"/>
                                <a:cs typeface="TH Sarabun New" panose="020B0500040200020003" pitchFamily="34" charset="-34"/>
                              </a:rPr>
                              <a:t>2,960</a:t>
                            </a:r>
                          </a:p>
                        </p:txBody>
                      </p:sp>
                      <p:sp>
                        <p:nvSpPr>
                          <p:cNvPr id="117" name="TextBox 116">
                            <a:extLst>
                              <a:ext uri="{FF2B5EF4-FFF2-40B4-BE49-F238E27FC236}">
                                <a16:creationId xmlns:a16="http://schemas.microsoft.com/office/drawing/2014/main" id="{B8B3E302-380E-442D-853C-0F25F3114EC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236069" y="3597759"/>
                            <a:ext cx="1438476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dirty="0">
                                <a:latin typeface="TH Sarabun New" panose="020B0500040200020003" pitchFamily="34" charset="-34"/>
                                <a:cs typeface="TH Sarabun New" panose="020B0500040200020003" pitchFamily="34" charset="-34"/>
                              </a:rPr>
                              <a:t>20</a:t>
                            </a:r>
                          </a:p>
                        </p:txBody>
                      </p:sp>
                      <p:sp>
                        <p:nvSpPr>
                          <p:cNvPr id="118" name="TextBox 117">
                            <a:extLst>
                              <a:ext uri="{FF2B5EF4-FFF2-40B4-BE49-F238E27FC236}">
                                <a16:creationId xmlns:a16="http://schemas.microsoft.com/office/drawing/2014/main" id="{1141CBB0-6A86-478D-992F-775BC19053E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236816" y="3900957"/>
                            <a:ext cx="1438476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dirty="0">
                                <a:latin typeface="TH Sarabun New" panose="020B0500040200020003" pitchFamily="34" charset="-34"/>
                                <a:cs typeface="TH Sarabun New" panose="020B0500040200020003" pitchFamily="34" charset="-34"/>
                              </a:rPr>
                              <a:t>10</a:t>
                            </a:r>
                          </a:p>
                        </p:txBody>
                      </p:sp>
                      <p:sp>
                        <p:nvSpPr>
                          <p:cNvPr id="119" name="TextBox 118">
                            <a:extLst>
                              <a:ext uri="{FF2B5EF4-FFF2-40B4-BE49-F238E27FC236}">
                                <a16:creationId xmlns:a16="http://schemas.microsoft.com/office/drawing/2014/main" id="{5B2A1911-88C0-4600-A03E-25BD589177D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238070" y="4234879"/>
                            <a:ext cx="1438476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dirty="0">
                                <a:latin typeface="TH Sarabun New" panose="020B0500040200020003" pitchFamily="34" charset="-34"/>
                                <a:cs typeface="TH Sarabun New" panose="020B0500040200020003" pitchFamily="34" charset="-34"/>
                              </a:rPr>
                              <a:t>10</a:t>
                            </a:r>
                          </a:p>
                        </p:txBody>
                      </p:sp>
                      <p:sp>
                        <p:nvSpPr>
                          <p:cNvPr id="120" name="TextBox 119">
                            <a:extLst>
                              <a:ext uri="{FF2B5EF4-FFF2-40B4-BE49-F238E27FC236}">
                                <a16:creationId xmlns:a16="http://schemas.microsoft.com/office/drawing/2014/main" id="{FED84E08-7790-4F60-B313-EBBA0414737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440655" y="3237437"/>
                            <a:ext cx="1438476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dirty="0">
                                <a:latin typeface="TH Sarabun New" panose="020B0500040200020003" pitchFamily="34" charset="-34"/>
                                <a:cs typeface="TH Sarabun New" panose="020B0500040200020003" pitchFamily="34" charset="-34"/>
                              </a:rPr>
                              <a:t>5,000</a:t>
                            </a:r>
                          </a:p>
                        </p:txBody>
                      </p:sp>
                      <p:sp>
                        <p:nvSpPr>
                          <p:cNvPr id="121" name="TextBox 120">
                            <a:extLst>
                              <a:ext uri="{FF2B5EF4-FFF2-40B4-BE49-F238E27FC236}">
                                <a16:creationId xmlns:a16="http://schemas.microsoft.com/office/drawing/2014/main" id="{910AEBD0-BEBF-477C-A8D0-E445B490A80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52858" y="3248761"/>
                            <a:ext cx="1438476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dirty="0">
                                <a:latin typeface="TH Sarabun New" panose="020B0500040200020003" pitchFamily="34" charset="-34"/>
                                <a:cs typeface="TH Sarabun New" panose="020B0500040200020003" pitchFamily="34" charset="-34"/>
                              </a:rPr>
                              <a:t>1,480</a:t>
                            </a:r>
                          </a:p>
                        </p:txBody>
                      </p:sp>
                      <p:sp>
                        <p:nvSpPr>
                          <p:cNvPr id="122" name="TextBox 121">
                            <a:extLst>
                              <a:ext uri="{FF2B5EF4-FFF2-40B4-BE49-F238E27FC236}">
                                <a16:creationId xmlns:a16="http://schemas.microsoft.com/office/drawing/2014/main" id="{E6135EFC-232F-414B-9986-2B25E169AEA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68469" y="3551913"/>
                            <a:ext cx="1438476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dirty="0">
                                <a:latin typeface="TH Sarabun New" panose="020B0500040200020003" pitchFamily="34" charset="-34"/>
                                <a:cs typeface="TH Sarabun New" panose="020B0500040200020003" pitchFamily="34" charset="-34"/>
                              </a:rPr>
                              <a:t>20</a:t>
                            </a:r>
                          </a:p>
                        </p:txBody>
                      </p:sp>
                      <p:sp>
                        <p:nvSpPr>
                          <p:cNvPr id="123" name="TextBox 122">
                            <a:extLst>
                              <a:ext uri="{FF2B5EF4-FFF2-40B4-BE49-F238E27FC236}">
                                <a16:creationId xmlns:a16="http://schemas.microsoft.com/office/drawing/2014/main" id="{1FC914FC-813C-46A9-9D91-2A14FFBEF1B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8838378" y="3244305"/>
                            <a:ext cx="1438476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dirty="0">
                                <a:latin typeface="TH Sarabun New" panose="020B0500040200020003" pitchFamily="34" charset="-34"/>
                                <a:cs typeface="TH Sarabun New" panose="020B0500040200020003" pitchFamily="34" charset="-34"/>
                              </a:rPr>
                              <a:t>5,500</a:t>
                            </a:r>
                          </a:p>
                        </p:txBody>
                      </p:sp>
                      <p:sp>
                        <p:nvSpPr>
                          <p:cNvPr id="124" name="TextBox 123">
                            <a:extLst>
                              <a:ext uri="{FF2B5EF4-FFF2-40B4-BE49-F238E27FC236}">
                                <a16:creationId xmlns:a16="http://schemas.microsoft.com/office/drawing/2014/main" id="{D7C5851D-653F-4A82-9B6E-9AEA4A2DB76C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211436" y="4996564"/>
                            <a:ext cx="1438476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US" b="1" dirty="0">
                                <a:latin typeface="TH Sarabun New" panose="020B0500040200020003" pitchFamily="34" charset="-34"/>
                                <a:cs typeface="TH Sarabun New" panose="020B0500040200020003" pitchFamily="34" charset="-34"/>
                              </a:rPr>
                              <a:t>15,000</a:t>
                            </a:r>
                          </a:p>
                        </p:txBody>
                      </p:sp>
                    </p:grpSp>
                    <p:sp>
                      <p:nvSpPr>
                        <p:cNvPr id="129" name="Rectangle 128">
                          <a:extLst>
                            <a:ext uri="{FF2B5EF4-FFF2-40B4-BE49-F238E27FC236}">
                              <a16:creationId xmlns:a16="http://schemas.microsoft.com/office/drawing/2014/main" id="{5648E967-4605-4E49-908F-099559A774D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68538" y="2937225"/>
                          <a:ext cx="1438476" cy="215750"/>
                        </a:xfrm>
                        <a:prstGeom prst="rect">
                          <a:avLst/>
                        </a:prstGeom>
                        <a:solidFill>
                          <a:srgbClr val="FDDFDF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130" name="Rectangle 129">
                        <a:extLst>
                          <a:ext uri="{FF2B5EF4-FFF2-40B4-BE49-F238E27FC236}">
                            <a16:creationId xmlns:a16="http://schemas.microsoft.com/office/drawing/2014/main" id="{98FDC2A8-2562-4821-8C85-CFAB33CAD4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03512" y="2902794"/>
                        <a:ext cx="1438476" cy="215750"/>
                      </a:xfrm>
                      <a:prstGeom prst="rect">
                        <a:avLst/>
                      </a:prstGeom>
                      <a:solidFill>
                        <a:srgbClr val="FDDFDF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132" name="Rectangle 131">
                      <a:extLst>
                        <a:ext uri="{FF2B5EF4-FFF2-40B4-BE49-F238E27FC236}">
                          <a16:creationId xmlns:a16="http://schemas.microsoft.com/office/drawing/2014/main" id="{0872F925-FDB6-4855-963A-DBA508706C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57706" y="2919617"/>
                      <a:ext cx="1438476" cy="215750"/>
                    </a:xfrm>
                    <a:prstGeom prst="rect">
                      <a:avLst/>
                    </a:prstGeom>
                    <a:solidFill>
                      <a:srgbClr val="FDDFD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33" name="Rectangle 132">
                    <a:extLst>
                      <a:ext uri="{FF2B5EF4-FFF2-40B4-BE49-F238E27FC236}">
                        <a16:creationId xmlns:a16="http://schemas.microsoft.com/office/drawing/2014/main" id="{591FB94C-C72A-468D-967D-758D97B905F3}"/>
                      </a:ext>
                    </a:extLst>
                  </p:cNvPr>
                  <p:cNvSpPr/>
                  <p:nvPr/>
                </p:nvSpPr>
                <p:spPr>
                  <a:xfrm>
                    <a:off x="6051536" y="2920794"/>
                    <a:ext cx="1438476" cy="215750"/>
                  </a:xfrm>
                  <a:prstGeom prst="rect">
                    <a:avLst/>
                  </a:prstGeom>
                  <a:solidFill>
                    <a:srgbClr val="FDDFD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FCC7C429-4237-4F68-A24E-22E0819A9D76}"/>
                    </a:ext>
                  </a:extLst>
                </p:cNvPr>
                <p:cNvSpPr txBox="1"/>
                <p:nvPr/>
              </p:nvSpPr>
              <p:spPr>
                <a:xfrm>
                  <a:off x="1569705" y="2857736"/>
                  <a:ext cx="1438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F000048</a:t>
                  </a:r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0DD1D995-2375-4A9E-B66E-CFE0D97ADB29}"/>
                    </a:ext>
                  </a:extLst>
                </p:cNvPr>
                <p:cNvSpPr txBox="1"/>
                <p:nvPr/>
              </p:nvSpPr>
              <p:spPr>
                <a:xfrm>
                  <a:off x="3777414" y="2859652"/>
                  <a:ext cx="1438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F000053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C51E8DEA-2C51-4AF0-AD56-AFCDD1DF959A}"/>
                    </a:ext>
                  </a:extLst>
                </p:cNvPr>
                <p:cNvSpPr txBox="1"/>
                <p:nvPr/>
              </p:nvSpPr>
              <p:spPr>
                <a:xfrm>
                  <a:off x="6024207" y="2853063"/>
                  <a:ext cx="1438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F000061</a:t>
                  </a:r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7BA38FE4-AAF8-43C6-B58E-26782237E825}"/>
                    </a:ext>
                  </a:extLst>
                </p:cNvPr>
                <p:cNvSpPr txBox="1"/>
                <p:nvPr/>
              </p:nvSpPr>
              <p:spPr>
                <a:xfrm>
                  <a:off x="8198685" y="2861172"/>
                  <a:ext cx="1438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F000062</a:t>
                  </a:r>
                </a:p>
              </p:txBody>
            </p:sp>
          </p:grpSp>
          <p:pic>
            <p:nvPicPr>
              <p:cNvPr id="125" name="Picture 124">
                <a:extLst>
                  <a:ext uri="{FF2B5EF4-FFF2-40B4-BE49-F238E27FC236}">
                    <a16:creationId xmlns:a16="http://schemas.microsoft.com/office/drawing/2014/main" id="{C1DB4269-27A9-412D-939E-93B2FBF40B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2842" y="2353880"/>
                <a:ext cx="179672" cy="189128"/>
              </a:xfrm>
              <a:prstGeom prst="rect">
                <a:avLst/>
              </a:prstGeom>
            </p:spPr>
          </p:pic>
          <p:pic>
            <p:nvPicPr>
              <p:cNvPr id="126" name="Picture 125">
                <a:extLst>
                  <a:ext uri="{FF2B5EF4-FFF2-40B4-BE49-F238E27FC236}">
                    <a16:creationId xmlns:a16="http://schemas.microsoft.com/office/drawing/2014/main" id="{315E3567-675A-4229-A5CE-BE15D75AECF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/>
              <a:srcRect l="2026" t="12108" b="11385"/>
              <a:stretch/>
            </p:blipFill>
            <p:spPr>
              <a:xfrm>
                <a:off x="281112" y="5494612"/>
                <a:ext cx="6587412" cy="492690"/>
              </a:xfrm>
              <a:prstGeom prst="rect">
                <a:avLst/>
              </a:prstGeom>
            </p:spPr>
          </p:pic>
          <p:sp>
            <p:nvSpPr>
              <p:cNvPr id="138" name="Rectangle: Rounded Corners 137">
                <a:extLst>
                  <a:ext uri="{FF2B5EF4-FFF2-40B4-BE49-F238E27FC236}">
                    <a16:creationId xmlns:a16="http://schemas.microsoft.com/office/drawing/2014/main" id="{F0D0E260-5885-4E51-847D-489DE96AD001}"/>
                  </a:ext>
                </a:extLst>
              </p:cNvPr>
              <p:cNvSpPr/>
              <p:nvPr/>
            </p:nvSpPr>
            <p:spPr>
              <a:xfrm>
                <a:off x="285005" y="5511441"/>
                <a:ext cx="11136057" cy="49269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2DB935F7-B54B-4530-9C25-5149B23CF0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10794" y="2297745"/>
                <a:ext cx="4165757" cy="485694"/>
              </a:xfrm>
              <a:prstGeom prst="rect">
                <a:avLst/>
              </a:prstGeom>
            </p:spPr>
          </p:pic>
        </p:grpSp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3077C523-0583-40F3-B988-45BA894913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t="19961" b="27130"/>
            <a:stretch/>
          </p:blipFill>
          <p:spPr>
            <a:xfrm>
              <a:off x="6940059" y="5634648"/>
              <a:ext cx="897656" cy="242224"/>
            </a:xfrm>
            <a:prstGeom prst="rect">
              <a:avLst/>
            </a:prstGeom>
          </p:spPr>
        </p:pic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A8E1F66C-E352-804C-2286-90E7F0A9AEC5}"/>
              </a:ext>
            </a:extLst>
          </p:cNvPr>
          <p:cNvSpPr txBox="1"/>
          <p:nvPr/>
        </p:nvSpPr>
        <p:spPr>
          <a:xfrm>
            <a:off x="1300792" y="4979969"/>
            <a:ext cx="836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Total Qty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900241F-0F67-EB12-0C52-C529DE0A301F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การระบุจำนวนยอดงาน</a:t>
            </a:r>
            <a:endParaRPr lang="en-US" sz="2400" b="1" dirty="0">
              <a:solidFill>
                <a:srgbClr val="7030A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76920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Picture 463">
            <a:extLst>
              <a:ext uri="{FF2B5EF4-FFF2-40B4-BE49-F238E27FC236}">
                <a16:creationId xmlns:a16="http://schemas.microsoft.com/office/drawing/2014/main" id="{8FFAC071-2657-4C1B-A184-8A76551B8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sp>
        <p:nvSpPr>
          <p:cNvPr id="465" name="TextBox 464">
            <a:extLst>
              <a:ext uri="{FF2B5EF4-FFF2-40B4-BE49-F238E27FC236}">
                <a16:creationId xmlns:a16="http://schemas.microsoft.com/office/drawing/2014/main" id="{74641B5D-5633-4AD6-8CD0-40C3C713933C}"/>
              </a:ext>
            </a:extLst>
          </p:cNvPr>
          <p:cNvSpPr txBox="1"/>
          <p:nvPr/>
        </p:nvSpPr>
        <p:spPr>
          <a:xfrm>
            <a:off x="3005402" y="2921168"/>
            <a:ext cx="61703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6000" b="1" spc="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การระบุ</a:t>
            </a:r>
            <a:r>
              <a:rPr lang="en-US" sz="6000" b="1" spc="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Spec </a:t>
            </a:r>
            <a:r>
              <a:rPr lang="th-TH" sz="6000" b="1" spc="600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แยก </a:t>
            </a:r>
            <a:r>
              <a:rPr lang="en-US" sz="6000" b="1" spc="600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349594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887699-BED2-46D7-B33B-B8855D0C6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BCFFA0-3C1A-456A-AD21-A5D23E9199B1}"/>
              </a:ext>
            </a:extLst>
          </p:cNvPr>
          <p:cNvSpPr txBox="1"/>
          <p:nvPr/>
        </p:nvSpPr>
        <p:spPr>
          <a:xfrm>
            <a:off x="10591853" y="531420"/>
            <a:ext cx="1438476" cy="442674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กรณี </a:t>
            </a:r>
            <a:r>
              <a:rPr lang="en-US" sz="2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Offset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7320F7F-6073-2401-C119-CBA9447E5A38}"/>
              </a:ext>
            </a:extLst>
          </p:cNvPr>
          <p:cNvGrpSpPr/>
          <p:nvPr/>
        </p:nvGrpSpPr>
        <p:grpSpPr>
          <a:xfrm>
            <a:off x="410053" y="1776456"/>
            <a:ext cx="5417739" cy="3277083"/>
            <a:chOff x="472999" y="2121391"/>
            <a:chExt cx="5830045" cy="3627340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D6688C3D-09E3-0D68-C125-1CC275539DE8}"/>
                </a:ext>
              </a:extLst>
            </p:cNvPr>
            <p:cNvGrpSpPr/>
            <p:nvPr/>
          </p:nvGrpSpPr>
          <p:grpSpPr>
            <a:xfrm>
              <a:off x="472999" y="2121391"/>
              <a:ext cx="5830045" cy="2665213"/>
              <a:chOff x="472999" y="2121391"/>
              <a:chExt cx="5830045" cy="2665213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FB4A4986-5EA8-1B3F-F289-15CC9F415CF6}"/>
                  </a:ext>
                </a:extLst>
              </p:cNvPr>
              <p:cNvGrpSpPr/>
              <p:nvPr/>
            </p:nvGrpSpPr>
            <p:grpSpPr>
              <a:xfrm>
                <a:off x="472999" y="2121391"/>
                <a:ext cx="5830045" cy="2665213"/>
                <a:chOff x="472999" y="2121391"/>
                <a:chExt cx="5830045" cy="2665213"/>
              </a:xfrm>
            </p:grpSpPr>
            <p:pic>
              <p:nvPicPr>
                <p:cNvPr id="25" name="Graphic 24" descr="Badge 1 with solid fill">
                  <a:extLst>
                    <a:ext uri="{FF2B5EF4-FFF2-40B4-BE49-F238E27FC236}">
                      <a16:creationId xmlns:a16="http://schemas.microsoft.com/office/drawing/2014/main" id="{B7674E14-3711-E72C-CD1F-3E16E9DF30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2999" y="2121391"/>
                  <a:ext cx="506065" cy="506066"/>
                </a:xfrm>
                <a:prstGeom prst="rect">
                  <a:avLst/>
                </a:prstGeom>
              </p:spPr>
            </p:pic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922D865A-F07A-FB82-89B4-29C8A8951F62}"/>
                    </a:ext>
                  </a:extLst>
                </p:cNvPr>
                <p:cNvGrpSpPr/>
                <p:nvPr/>
              </p:nvGrpSpPr>
              <p:grpSpPr>
                <a:xfrm>
                  <a:off x="531846" y="2216021"/>
                  <a:ext cx="5771198" cy="2570583"/>
                  <a:chOff x="865068" y="192137"/>
                  <a:chExt cx="5771198" cy="2570583"/>
                </a:xfrm>
              </p:grpSpPr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79A5DAD4-85FA-04EA-1320-40FB827AD942}"/>
                      </a:ext>
                    </a:extLst>
                  </p:cNvPr>
                  <p:cNvGrpSpPr/>
                  <p:nvPr/>
                </p:nvGrpSpPr>
                <p:grpSpPr>
                  <a:xfrm>
                    <a:off x="1494242" y="192137"/>
                    <a:ext cx="1968285" cy="338554"/>
                    <a:chOff x="1514821" y="856421"/>
                    <a:chExt cx="1968285" cy="338554"/>
                  </a:xfrm>
                </p:grpSpPr>
                <p:sp>
                  <p:nvSpPr>
                    <p:cNvPr id="62" name="Rectangle: Rounded Corners 61">
                      <a:extLst>
                        <a:ext uri="{FF2B5EF4-FFF2-40B4-BE49-F238E27FC236}">
                          <a16:creationId xmlns:a16="http://schemas.microsoft.com/office/drawing/2014/main" id="{541516BB-7540-90F6-5790-64B83F1405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16841" y="892833"/>
                      <a:ext cx="557594" cy="260858"/>
                    </a:xfrm>
                    <a:prstGeom prst="roundRect">
                      <a:avLst/>
                    </a:prstGeom>
                    <a:solidFill>
                      <a:srgbClr val="95B8E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5CA9A79F-4B3C-46DD-59B7-1A90461916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08170" y="856421"/>
                      <a:ext cx="574936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5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Copy</a:t>
                      </a:r>
                    </a:p>
                  </p:txBody>
                </p:sp>
                <p:grpSp>
                  <p:nvGrpSpPr>
                    <p:cNvPr id="64" name="Group 63">
                      <a:extLst>
                        <a:ext uri="{FF2B5EF4-FFF2-40B4-BE49-F238E27FC236}">
                          <a16:creationId xmlns:a16="http://schemas.microsoft.com/office/drawing/2014/main" id="{2EA74472-3AE1-0EAD-7215-F92C592E98C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14821" y="879075"/>
                      <a:ext cx="557105" cy="307777"/>
                      <a:chOff x="1719665" y="606770"/>
                      <a:chExt cx="557105" cy="307777"/>
                    </a:xfrm>
                  </p:grpSpPr>
                  <p:sp>
                    <p:nvSpPr>
                      <p:cNvPr id="67" name="Rectangle: Rounded Corners 66">
                        <a:extLst>
                          <a:ext uri="{FF2B5EF4-FFF2-40B4-BE49-F238E27FC236}">
                            <a16:creationId xmlns:a16="http://schemas.microsoft.com/office/drawing/2014/main" id="{0D6470C4-84B8-C4BD-393E-51DC6170AE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28996" y="620527"/>
                        <a:ext cx="547774" cy="248389"/>
                      </a:xfrm>
                      <a:prstGeom prst="roundRect">
                        <a:avLst/>
                      </a:prstGeom>
                      <a:solidFill>
                        <a:srgbClr val="95B8E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8" name="TextBox 67">
                        <a:extLst>
                          <a:ext uri="{FF2B5EF4-FFF2-40B4-BE49-F238E27FC236}">
                            <a16:creationId xmlns:a16="http://schemas.microsoft.com/office/drawing/2014/main" id="{F6EBC1EB-EF54-DF9F-3C65-559F3758DEB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19665" y="606770"/>
                        <a:ext cx="547774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th-TH" sz="1400" b="1" dirty="0"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rPr>
                          <a:t>เพิ่ม</a:t>
                        </a:r>
                        <a:endParaRPr lang="en-US" sz="14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endParaRPr>
                      </a:p>
                    </p:txBody>
                  </p:sp>
                </p:grpSp>
                <p:sp>
                  <p:nvSpPr>
                    <p:cNvPr id="65" name="Rectangle: Rounded Corners 64">
                      <a:extLst>
                        <a:ext uri="{FF2B5EF4-FFF2-40B4-BE49-F238E27FC236}">
                          <a16:creationId xmlns:a16="http://schemas.microsoft.com/office/drawing/2014/main" id="{6CE8A446-A212-31A9-1309-8B1788EBEE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966" y="895990"/>
                      <a:ext cx="547774" cy="248389"/>
                    </a:xfrm>
                    <a:prstGeom prst="roundRect">
                      <a:avLst/>
                    </a:prstGeom>
                    <a:solidFill>
                      <a:srgbClr val="95B8E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7D58347E-A4A4-AAA7-7E20-EF802E6C99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10929" y="856421"/>
                      <a:ext cx="564811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th-TH" sz="16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ลด</a:t>
                      </a:r>
                      <a:endParaRPr lang="en-US" sz="16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p:txBody>
                </p:sp>
              </p:grpSp>
              <p:grpSp>
                <p:nvGrpSpPr>
                  <p:cNvPr id="56" name="Group 55">
                    <a:extLst>
                      <a:ext uri="{FF2B5EF4-FFF2-40B4-BE49-F238E27FC236}">
                        <a16:creationId xmlns:a16="http://schemas.microsoft.com/office/drawing/2014/main" id="{E3990FC6-18D4-CDAA-3DD1-E384783673BF}"/>
                      </a:ext>
                    </a:extLst>
                  </p:cNvPr>
                  <p:cNvGrpSpPr/>
                  <p:nvPr/>
                </p:nvGrpSpPr>
                <p:grpSpPr>
                  <a:xfrm>
                    <a:off x="865068" y="638535"/>
                    <a:ext cx="5771198" cy="2124185"/>
                    <a:chOff x="-95555" y="895739"/>
                    <a:chExt cx="5771198" cy="2124185"/>
                  </a:xfrm>
                </p:grpSpPr>
                <p:pic>
                  <p:nvPicPr>
                    <p:cNvPr id="58" name="Picture 57">
                      <a:extLst>
                        <a:ext uri="{FF2B5EF4-FFF2-40B4-BE49-F238E27FC236}">
                          <a16:creationId xmlns:a16="http://schemas.microsoft.com/office/drawing/2014/main" id="{A942D9BB-FF69-7508-603B-534F65BCC05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2000650" y="1015543"/>
                      <a:ext cx="1664751" cy="716768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9" name="Picture 58">
                      <a:extLst>
                        <a:ext uri="{FF2B5EF4-FFF2-40B4-BE49-F238E27FC236}">
                          <a16:creationId xmlns:a16="http://schemas.microsoft.com/office/drawing/2014/main" id="{8A17DA05-ACD2-FDE9-6D96-A2B4F8453F2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673460" y="1344009"/>
                      <a:ext cx="848543" cy="30222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60" name="Rectangle: Rounded Corners 59">
                      <a:extLst>
                        <a:ext uri="{FF2B5EF4-FFF2-40B4-BE49-F238E27FC236}">
                          <a16:creationId xmlns:a16="http://schemas.microsoft.com/office/drawing/2014/main" id="{D2C34ABB-1B3D-04AB-1012-D28112B0AB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95555" y="895739"/>
                      <a:ext cx="5771198" cy="2124185"/>
                    </a:xfrm>
                    <a:prstGeom prst="roundRect">
                      <a:avLst>
                        <a:gd name="adj" fmla="val 6667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pic>
                  <p:nvPicPr>
                    <p:cNvPr id="61" name="Picture 60">
                      <a:extLst>
                        <a:ext uri="{FF2B5EF4-FFF2-40B4-BE49-F238E27FC236}">
                          <a16:creationId xmlns:a16="http://schemas.microsoft.com/office/drawing/2014/main" id="{4C42811E-65A3-D558-4A88-08B662FDC41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645036" y="1354368"/>
                      <a:ext cx="848543" cy="30222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85" name="Picture 84">
                  <a:extLst>
                    <a:ext uri="{FF2B5EF4-FFF2-40B4-BE49-F238E27FC236}">
                      <a16:creationId xmlns:a16="http://schemas.microsoft.com/office/drawing/2014/main" id="{342D49E8-6103-E54B-E00C-27FAA813D4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3332" y="2754743"/>
                  <a:ext cx="1883929" cy="345587"/>
                </a:xfrm>
                <a:prstGeom prst="rect">
                  <a:avLst/>
                </a:prstGeom>
              </p:spPr>
            </p:pic>
            <p:pic>
              <p:nvPicPr>
                <p:cNvPr id="87" name="Picture 86">
                  <a:extLst>
                    <a:ext uri="{FF2B5EF4-FFF2-40B4-BE49-F238E27FC236}">
                      <a16:creationId xmlns:a16="http://schemas.microsoft.com/office/drawing/2014/main" id="{2B4C5264-5FA2-4DD4-9C9D-27C27FBB5B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6429" y="3624546"/>
                  <a:ext cx="5686615" cy="999447"/>
                </a:xfrm>
                <a:prstGeom prst="rect">
                  <a:avLst/>
                </a:prstGeom>
              </p:spPr>
            </p:pic>
            <p:pic>
              <p:nvPicPr>
                <p:cNvPr id="89" name="Picture 88">
                  <a:extLst>
                    <a:ext uri="{FF2B5EF4-FFF2-40B4-BE49-F238E27FC236}">
                      <a16:creationId xmlns:a16="http://schemas.microsoft.com/office/drawing/2014/main" id="{42801C5D-ACB4-D026-ED22-211249F45B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62991" y="3140607"/>
                  <a:ext cx="819896" cy="254053"/>
                </a:xfrm>
                <a:prstGeom prst="rect">
                  <a:avLst/>
                </a:prstGeom>
              </p:spPr>
            </p:pic>
          </p:grpSp>
          <p:pic>
            <p:nvPicPr>
              <p:cNvPr id="93" name="Picture 92">
                <a:extLst>
                  <a:ext uri="{FF2B5EF4-FFF2-40B4-BE49-F238E27FC236}">
                    <a16:creationId xmlns:a16="http://schemas.microsoft.com/office/drawing/2014/main" id="{A68A915B-5419-0C69-B509-391A629107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32522" y="2797189"/>
                <a:ext cx="366295" cy="303141"/>
              </a:xfrm>
              <a:prstGeom prst="rect">
                <a:avLst/>
              </a:prstGeom>
            </p:spPr>
          </p:pic>
          <p:pic>
            <p:nvPicPr>
              <p:cNvPr id="95" name="Picture 94">
                <a:extLst>
                  <a:ext uri="{FF2B5EF4-FFF2-40B4-BE49-F238E27FC236}">
                    <a16:creationId xmlns:a16="http://schemas.microsoft.com/office/drawing/2014/main" id="{DFBAE9D9-BCD8-9F3E-C068-BF70677F0D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32522" y="3165974"/>
                <a:ext cx="361599" cy="311724"/>
              </a:xfrm>
              <a:prstGeom prst="rect">
                <a:avLst/>
              </a:prstGeom>
            </p:spPr>
          </p:pic>
        </p:grp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C2EAE4B1-D8E9-88C0-D92E-9AAE3DF828DA}"/>
                </a:ext>
              </a:extLst>
            </p:cNvPr>
            <p:cNvSpPr/>
            <p:nvPr/>
          </p:nvSpPr>
          <p:spPr>
            <a:xfrm>
              <a:off x="1055769" y="2188471"/>
              <a:ext cx="727192" cy="351393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B70332E8-EABA-3CAC-91A5-9942F25F4F8D}"/>
                </a:ext>
              </a:extLst>
            </p:cNvPr>
            <p:cNvGrpSpPr/>
            <p:nvPr/>
          </p:nvGrpSpPr>
          <p:grpSpPr>
            <a:xfrm>
              <a:off x="535102" y="4878928"/>
              <a:ext cx="5767942" cy="869803"/>
              <a:chOff x="422990" y="921909"/>
              <a:chExt cx="5767942" cy="869803"/>
            </a:xfrm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008C8F22-8EEA-1D15-0531-77AC7BB54ECB}"/>
                  </a:ext>
                </a:extLst>
              </p:cNvPr>
              <p:cNvGrpSpPr/>
              <p:nvPr/>
            </p:nvGrpSpPr>
            <p:grpSpPr>
              <a:xfrm>
                <a:off x="422990" y="921909"/>
                <a:ext cx="5767942" cy="869803"/>
                <a:chOff x="447870" y="895739"/>
                <a:chExt cx="5767942" cy="869803"/>
              </a:xfrm>
            </p:grpSpPr>
            <p:pic>
              <p:nvPicPr>
                <p:cNvPr id="103" name="Picture 102">
                  <a:extLst>
                    <a:ext uri="{FF2B5EF4-FFF2-40B4-BE49-F238E27FC236}">
                      <a16:creationId xmlns:a16="http://schemas.microsoft.com/office/drawing/2014/main" id="{116117DF-6AF3-03AF-F7E9-DB3A7CC01C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71988" y="957855"/>
                  <a:ext cx="1664751" cy="716768"/>
                </a:xfrm>
                <a:prstGeom prst="rect">
                  <a:avLst/>
                </a:prstGeom>
              </p:spPr>
            </p:pic>
            <p:pic>
              <p:nvPicPr>
                <p:cNvPr id="104" name="Picture 103">
                  <a:extLst>
                    <a:ext uri="{FF2B5EF4-FFF2-40B4-BE49-F238E27FC236}">
                      <a16:creationId xmlns:a16="http://schemas.microsoft.com/office/drawing/2014/main" id="{57204E99-5629-0C52-6022-5E91A0BE41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3460" y="1344009"/>
                  <a:ext cx="848543" cy="302221"/>
                </a:xfrm>
                <a:prstGeom prst="rect">
                  <a:avLst/>
                </a:prstGeom>
              </p:spPr>
            </p:pic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CDAF7DCB-5DE8-62B8-E926-C71C27354925}"/>
                    </a:ext>
                  </a:extLst>
                </p:cNvPr>
                <p:cNvSpPr/>
                <p:nvPr/>
              </p:nvSpPr>
              <p:spPr>
                <a:xfrm>
                  <a:off x="447870" y="895739"/>
                  <a:ext cx="5767942" cy="869803"/>
                </a:xfrm>
                <a:prstGeom prst="roundRect">
                  <a:avLst>
                    <a:gd name="adj" fmla="val 6667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06" name="Picture 105">
                  <a:extLst>
                    <a:ext uri="{FF2B5EF4-FFF2-40B4-BE49-F238E27FC236}">
                      <a16:creationId xmlns:a16="http://schemas.microsoft.com/office/drawing/2014/main" id="{DB193729-F2AE-BA3B-3C44-274F32159C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5036" y="1354368"/>
                  <a:ext cx="848543" cy="302221"/>
                </a:xfrm>
                <a:prstGeom prst="rect">
                  <a:avLst/>
                </a:prstGeom>
              </p:spPr>
            </p:pic>
          </p:grpSp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2EED0377-7B36-5684-CE8D-FC0BB8DA3A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3780" y="1016838"/>
                <a:ext cx="1713093" cy="325976"/>
              </a:xfrm>
              <a:prstGeom prst="rect">
                <a:avLst/>
              </a:prstGeom>
            </p:spPr>
          </p:pic>
        </p:grp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9D4F27F-F96F-6CF5-B9EA-72AFC75094F6}"/>
              </a:ext>
            </a:extLst>
          </p:cNvPr>
          <p:cNvGrpSpPr/>
          <p:nvPr/>
        </p:nvGrpSpPr>
        <p:grpSpPr>
          <a:xfrm>
            <a:off x="6233703" y="1703666"/>
            <a:ext cx="5584904" cy="4587758"/>
            <a:chOff x="6173307" y="1410671"/>
            <a:chExt cx="5811055" cy="4973079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309A9ADB-94A1-DF28-9551-D52AF7C69348}"/>
                </a:ext>
              </a:extLst>
            </p:cNvPr>
            <p:cNvGrpSpPr/>
            <p:nvPr/>
          </p:nvGrpSpPr>
          <p:grpSpPr>
            <a:xfrm>
              <a:off x="6213164" y="4259565"/>
              <a:ext cx="5771198" cy="2124185"/>
              <a:chOff x="531846" y="2662419"/>
              <a:chExt cx="5771198" cy="2124185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E745EEB6-0634-52C1-5A6C-AB5B1E906423}"/>
                  </a:ext>
                </a:extLst>
              </p:cNvPr>
              <p:cNvGrpSpPr/>
              <p:nvPr/>
            </p:nvGrpSpPr>
            <p:grpSpPr>
              <a:xfrm>
                <a:off x="531846" y="2662419"/>
                <a:ext cx="5771198" cy="2124185"/>
                <a:chOff x="531846" y="2662419"/>
                <a:chExt cx="5771198" cy="2124185"/>
              </a:xfrm>
            </p:grpSpPr>
            <p:grpSp>
              <p:nvGrpSpPr>
                <p:cNvPr id="125" name="Group 124">
                  <a:extLst>
                    <a:ext uri="{FF2B5EF4-FFF2-40B4-BE49-F238E27FC236}">
                      <a16:creationId xmlns:a16="http://schemas.microsoft.com/office/drawing/2014/main" id="{C49BC3EF-AE2E-DEB7-0021-6D8B6ABF712C}"/>
                    </a:ext>
                  </a:extLst>
                </p:cNvPr>
                <p:cNvGrpSpPr/>
                <p:nvPr/>
              </p:nvGrpSpPr>
              <p:grpSpPr>
                <a:xfrm>
                  <a:off x="531846" y="2662419"/>
                  <a:ext cx="5771198" cy="2124185"/>
                  <a:chOff x="-95555" y="895739"/>
                  <a:chExt cx="5771198" cy="2124185"/>
                </a:xfrm>
              </p:grpSpPr>
              <p:pic>
                <p:nvPicPr>
                  <p:cNvPr id="126" name="Picture 125">
                    <a:extLst>
                      <a:ext uri="{FF2B5EF4-FFF2-40B4-BE49-F238E27FC236}">
                        <a16:creationId xmlns:a16="http://schemas.microsoft.com/office/drawing/2014/main" id="{39E1BF65-7629-FCA7-5609-9AF748EE67A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2000650" y="1015543"/>
                    <a:ext cx="1664751" cy="716768"/>
                  </a:xfrm>
                  <a:prstGeom prst="rect">
                    <a:avLst/>
                  </a:prstGeom>
                </p:spPr>
              </p:pic>
              <p:pic>
                <p:nvPicPr>
                  <p:cNvPr id="127" name="Picture 126">
                    <a:extLst>
                      <a:ext uri="{FF2B5EF4-FFF2-40B4-BE49-F238E27FC236}">
                        <a16:creationId xmlns:a16="http://schemas.microsoft.com/office/drawing/2014/main" id="{1010B4CA-AD11-F0C8-A05F-04BB30A5C6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673460" y="1344009"/>
                    <a:ext cx="848543" cy="302221"/>
                  </a:xfrm>
                  <a:prstGeom prst="rect">
                    <a:avLst/>
                  </a:prstGeom>
                </p:spPr>
              </p:pic>
              <p:sp>
                <p:nvSpPr>
                  <p:cNvPr id="128" name="Rectangle: Rounded Corners 127">
                    <a:extLst>
                      <a:ext uri="{FF2B5EF4-FFF2-40B4-BE49-F238E27FC236}">
                        <a16:creationId xmlns:a16="http://schemas.microsoft.com/office/drawing/2014/main" id="{CEEB3AFE-6812-4B29-1457-B3D088113024}"/>
                      </a:ext>
                    </a:extLst>
                  </p:cNvPr>
                  <p:cNvSpPr/>
                  <p:nvPr/>
                </p:nvSpPr>
                <p:spPr>
                  <a:xfrm>
                    <a:off x="-95555" y="895739"/>
                    <a:ext cx="5771198" cy="2124185"/>
                  </a:xfrm>
                  <a:prstGeom prst="roundRect">
                    <a:avLst>
                      <a:gd name="adj" fmla="val 6667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pic>
                <p:nvPicPr>
                  <p:cNvPr id="129" name="Picture 128">
                    <a:extLst>
                      <a:ext uri="{FF2B5EF4-FFF2-40B4-BE49-F238E27FC236}">
                        <a16:creationId xmlns:a16="http://schemas.microsoft.com/office/drawing/2014/main" id="{2AA732A5-4923-CB61-2B69-479C022A0D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645036" y="1354368"/>
                    <a:ext cx="848543" cy="30222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22" name="Picture 121">
                  <a:extLst>
                    <a:ext uri="{FF2B5EF4-FFF2-40B4-BE49-F238E27FC236}">
                      <a16:creationId xmlns:a16="http://schemas.microsoft.com/office/drawing/2014/main" id="{F3F7F3B0-805D-6516-7673-C603FF5DE6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6429" y="3624546"/>
                  <a:ext cx="5686615" cy="999447"/>
                </a:xfrm>
                <a:prstGeom prst="rect">
                  <a:avLst/>
                </a:prstGeom>
              </p:spPr>
            </p:pic>
            <p:pic>
              <p:nvPicPr>
                <p:cNvPr id="123" name="Picture 122">
                  <a:extLst>
                    <a:ext uri="{FF2B5EF4-FFF2-40B4-BE49-F238E27FC236}">
                      <a16:creationId xmlns:a16="http://schemas.microsoft.com/office/drawing/2014/main" id="{97F92253-ED93-805C-4767-EF4D5AECCB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62991" y="3140607"/>
                  <a:ext cx="819896" cy="254053"/>
                </a:xfrm>
                <a:prstGeom prst="rect">
                  <a:avLst/>
                </a:prstGeom>
              </p:spPr>
            </p:pic>
          </p:grpSp>
          <p:pic>
            <p:nvPicPr>
              <p:cNvPr id="117" name="Picture 116">
                <a:extLst>
                  <a:ext uri="{FF2B5EF4-FFF2-40B4-BE49-F238E27FC236}">
                    <a16:creationId xmlns:a16="http://schemas.microsoft.com/office/drawing/2014/main" id="{4FA36ED2-43C8-407F-2CC5-F7DAABACE1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32522" y="2797189"/>
                <a:ext cx="366295" cy="303141"/>
              </a:xfrm>
              <a:prstGeom prst="rect">
                <a:avLst/>
              </a:prstGeom>
            </p:spPr>
          </p:pic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836D9C79-889B-8495-8A2C-EC89F7ED47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32522" y="3165974"/>
                <a:ext cx="361599" cy="311724"/>
              </a:xfrm>
              <a:prstGeom prst="rect">
                <a:avLst/>
              </a:prstGeom>
            </p:spPr>
          </p:pic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BE48C572-BB02-F8D2-B45B-603F3D53A86B}"/>
                </a:ext>
              </a:extLst>
            </p:cNvPr>
            <p:cNvGrpSpPr/>
            <p:nvPr/>
          </p:nvGrpSpPr>
          <p:grpSpPr>
            <a:xfrm>
              <a:off x="6173307" y="1410671"/>
              <a:ext cx="5771198" cy="2711332"/>
              <a:chOff x="6401341" y="2127785"/>
              <a:chExt cx="5771198" cy="2711332"/>
            </a:xfrm>
          </p:grpSpPr>
          <p:pic>
            <p:nvPicPr>
              <p:cNvPr id="140" name="Graphic 139" descr="Badge with solid fill">
                <a:extLst>
                  <a:ext uri="{FF2B5EF4-FFF2-40B4-BE49-F238E27FC236}">
                    <a16:creationId xmlns:a16="http://schemas.microsoft.com/office/drawing/2014/main" id="{9246EEA8-F60B-8999-3938-B8676D47E1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427168" y="2127785"/>
                <a:ext cx="495602" cy="495600"/>
              </a:xfrm>
              <a:prstGeom prst="rect">
                <a:avLst/>
              </a:prstGeom>
            </p:spPr>
          </p:pic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A69FBE2F-FFD1-4C50-5E98-05171F4627C9}"/>
                  </a:ext>
                </a:extLst>
              </p:cNvPr>
              <p:cNvGrpSpPr/>
              <p:nvPr/>
            </p:nvGrpSpPr>
            <p:grpSpPr>
              <a:xfrm>
                <a:off x="7145052" y="2206690"/>
                <a:ext cx="1968285" cy="338554"/>
                <a:chOff x="1514821" y="856421"/>
                <a:chExt cx="1968285" cy="338554"/>
              </a:xfrm>
            </p:grpSpPr>
            <p:sp>
              <p:nvSpPr>
                <p:cNvPr id="155" name="Rectangle: Rounded Corners 154">
                  <a:extLst>
                    <a:ext uri="{FF2B5EF4-FFF2-40B4-BE49-F238E27FC236}">
                      <a16:creationId xmlns:a16="http://schemas.microsoft.com/office/drawing/2014/main" id="{10C5BB88-8D77-8042-82EB-993C502D5693}"/>
                    </a:ext>
                  </a:extLst>
                </p:cNvPr>
                <p:cNvSpPr/>
                <p:nvPr/>
              </p:nvSpPr>
              <p:spPr>
                <a:xfrm>
                  <a:off x="2916841" y="892833"/>
                  <a:ext cx="557594" cy="260858"/>
                </a:xfrm>
                <a:prstGeom prst="roundRect">
                  <a:avLst/>
                </a:prstGeom>
                <a:solidFill>
                  <a:srgbClr val="95B8E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7B4D7A4E-6020-166E-8ECF-2813BEFA0C07}"/>
                    </a:ext>
                  </a:extLst>
                </p:cNvPr>
                <p:cNvSpPr txBox="1"/>
                <p:nvPr/>
              </p:nvSpPr>
              <p:spPr>
                <a:xfrm>
                  <a:off x="2908170" y="856421"/>
                  <a:ext cx="574936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5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Copy</a:t>
                  </a:r>
                </a:p>
              </p:txBody>
            </p:sp>
            <p:grpSp>
              <p:nvGrpSpPr>
                <p:cNvPr id="157" name="Group 156">
                  <a:extLst>
                    <a:ext uri="{FF2B5EF4-FFF2-40B4-BE49-F238E27FC236}">
                      <a16:creationId xmlns:a16="http://schemas.microsoft.com/office/drawing/2014/main" id="{FF30B41E-5600-3304-A464-A915DA96586C}"/>
                    </a:ext>
                  </a:extLst>
                </p:cNvPr>
                <p:cNvGrpSpPr/>
                <p:nvPr/>
              </p:nvGrpSpPr>
              <p:grpSpPr>
                <a:xfrm>
                  <a:off x="1514821" y="879075"/>
                  <a:ext cx="557105" cy="307777"/>
                  <a:chOff x="1719665" y="606770"/>
                  <a:chExt cx="557105" cy="307777"/>
                </a:xfrm>
              </p:grpSpPr>
              <p:sp>
                <p:nvSpPr>
                  <p:cNvPr id="160" name="Rectangle: Rounded Corners 159">
                    <a:extLst>
                      <a:ext uri="{FF2B5EF4-FFF2-40B4-BE49-F238E27FC236}">
                        <a16:creationId xmlns:a16="http://schemas.microsoft.com/office/drawing/2014/main" id="{1F81E164-A307-91BA-3E76-3A2E913C55D5}"/>
                      </a:ext>
                    </a:extLst>
                  </p:cNvPr>
                  <p:cNvSpPr/>
                  <p:nvPr/>
                </p:nvSpPr>
                <p:spPr>
                  <a:xfrm>
                    <a:off x="1728996" y="620527"/>
                    <a:ext cx="547774" cy="248389"/>
                  </a:xfrm>
                  <a:prstGeom prst="roundRect">
                    <a:avLst/>
                  </a:prstGeom>
                  <a:solidFill>
                    <a:srgbClr val="95B8E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1" name="TextBox 160">
                    <a:extLst>
                      <a:ext uri="{FF2B5EF4-FFF2-40B4-BE49-F238E27FC236}">
                        <a16:creationId xmlns:a16="http://schemas.microsoft.com/office/drawing/2014/main" id="{A3149D4A-B26D-3D89-647A-393C66348A4F}"/>
                      </a:ext>
                    </a:extLst>
                  </p:cNvPr>
                  <p:cNvSpPr txBox="1"/>
                  <p:nvPr/>
                </p:nvSpPr>
                <p:spPr>
                  <a:xfrm>
                    <a:off x="1719665" y="606770"/>
                    <a:ext cx="547774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th-TH" sz="14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เพิ่ม</a:t>
                    </a:r>
                    <a:endParaRPr lang="en-US" sz="1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endParaRPr>
                  </a:p>
                </p:txBody>
              </p:sp>
            </p:grpSp>
            <p:sp>
              <p:nvSpPr>
                <p:cNvPr id="158" name="Rectangle: Rounded Corners 157">
                  <a:extLst>
                    <a:ext uri="{FF2B5EF4-FFF2-40B4-BE49-F238E27FC236}">
                      <a16:creationId xmlns:a16="http://schemas.microsoft.com/office/drawing/2014/main" id="{0BC7DE77-31AF-0BF9-1F17-5692719F8A57}"/>
                    </a:ext>
                  </a:extLst>
                </p:cNvPr>
                <p:cNvSpPr/>
                <p:nvPr/>
              </p:nvSpPr>
              <p:spPr>
                <a:xfrm>
                  <a:off x="2227966" y="895990"/>
                  <a:ext cx="547774" cy="248389"/>
                </a:xfrm>
                <a:prstGeom prst="roundRect">
                  <a:avLst/>
                </a:prstGeom>
                <a:solidFill>
                  <a:srgbClr val="95B8E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860E01A2-E813-5AF3-53BE-A179C5DB7321}"/>
                    </a:ext>
                  </a:extLst>
                </p:cNvPr>
                <p:cNvSpPr txBox="1"/>
                <p:nvPr/>
              </p:nvSpPr>
              <p:spPr>
                <a:xfrm>
                  <a:off x="2210929" y="856421"/>
                  <a:ext cx="56481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th-TH" sz="16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ลด</a:t>
                  </a:r>
                  <a:endParaRPr lang="en-US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</p:grpSp>
          <p:sp>
            <p:nvSpPr>
              <p:cNvPr id="142" name="Rectangle: Rounded Corners 141">
                <a:extLst>
                  <a:ext uri="{FF2B5EF4-FFF2-40B4-BE49-F238E27FC236}">
                    <a16:creationId xmlns:a16="http://schemas.microsoft.com/office/drawing/2014/main" id="{F26E3505-A80F-D136-1485-A535B9FBE8BB}"/>
                  </a:ext>
                </a:extLst>
              </p:cNvPr>
              <p:cNvSpPr/>
              <p:nvPr/>
            </p:nvSpPr>
            <p:spPr>
              <a:xfrm>
                <a:off x="8462273" y="2173463"/>
                <a:ext cx="727192" cy="351393"/>
              </a:xfrm>
              <a:prstGeom prst="roundRect">
                <a:avLst/>
              </a:pr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A09FEB5B-8733-D5F7-FBAB-20AE2DC47C9E}"/>
                  </a:ext>
                </a:extLst>
              </p:cNvPr>
              <p:cNvGrpSpPr/>
              <p:nvPr/>
            </p:nvGrpSpPr>
            <p:grpSpPr>
              <a:xfrm>
                <a:off x="6401341" y="2714932"/>
                <a:ext cx="5771198" cy="2124185"/>
                <a:chOff x="531846" y="2662419"/>
                <a:chExt cx="5771198" cy="2124185"/>
              </a:xfrm>
            </p:grpSpPr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44A99D28-89B9-9443-8941-FE4AE35A1104}"/>
                    </a:ext>
                  </a:extLst>
                </p:cNvPr>
                <p:cNvGrpSpPr/>
                <p:nvPr/>
              </p:nvGrpSpPr>
              <p:grpSpPr>
                <a:xfrm>
                  <a:off x="531846" y="2662419"/>
                  <a:ext cx="5771198" cy="2124185"/>
                  <a:chOff x="531846" y="2662419"/>
                  <a:chExt cx="5771198" cy="2124185"/>
                </a:xfrm>
              </p:grpSpPr>
              <p:grpSp>
                <p:nvGrpSpPr>
                  <p:cNvPr id="147" name="Group 146">
                    <a:extLst>
                      <a:ext uri="{FF2B5EF4-FFF2-40B4-BE49-F238E27FC236}">
                        <a16:creationId xmlns:a16="http://schemas.microsoft.com/office/drawing/2014/main" id="{306AA09D-FE52-012C-0B87-6582BF2357A7}"/>
                      </a:ext>
                    </a:extLst>
                  </p:cNvPr>
                  <p:cNvGrpSpPr/>
                  <p:nvPr/>
                </p:nvGrpSpPr>
                <p:grpSpPr>
                  <a:xfrm>
                    <a:off x="531846" y="2662419"/>
                    <a:ext cx="5771198" cy="2124185"/>
                    <a:chOff x="-95555" y="895739"/>
                    <a:chExt cx="5771198" cy="2124185"/>
                  </a:xfrm>
                </p:grpSpPr>
                <p:pic>
                  <p:nvPicPr>
                    <p:cNvPr id="151" name="Picture 150">
                      <a:extLst>
                        <a:ext uri="{FF2B5EF4-FFF2-40B4-BE49-F238E27FC236}">
                          <a16:creationId xmlns:a16="http://schemas.microsoft.com/office/drawing/2014/main" id="{490FB3F4-60ED-B58E-540D-5AF972D664B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2000650" y="1015543"/>
                      <a:ext cx="1664751" cy="716768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2" name="Picture 151">
                      <a:extLst>
                        <a:ext uri="{FF2B5EF4-FFF2-40B4-BE49-F238E27FC236}">
                          <a16:creationId xmlns:a16="http://schemas.microsoft.com/office/drawing/2014/main" id="{BB6E03CE-B634-B42D-60DA-17E4333F55E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673460" y="1344009"/>
                      <a:ext cx="848543" cy="30222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3" name="Rectangle: Rounded Corners 152">
                      <a:extLst>
                        <a:ext uri="{FF2B5EF4-FFF2-40B4-BE49-F238E27FC236}">
                          <a16:creationId xmlns:a16="http://schemas.microsoft.com/office/drawing/2014/main" id="{AA7F393C-83DC-A00C-643F-B8FEAAC96D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95555" y="895739"/>
                      <a:ext cx="5771198" cy="2124185"/>
                    </a:xfrm>
                    <a:prstGeom prst="roundRect">
                      <a:avLst>
                        <a:gd name="adj" fmla="val 6667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pic>
                  <p:nvPicPr>
                    <p:cNvPr id="154" name="Picture 153">
                      <a:extLst>
                        <a:ext uri="{FF2B5EF4-FFF2-40B4-BE49-F238E27FC236}">
                          <a16:creationId xmlns:a16="http://schemas.microsoft.com/office/drawing/2014/main" id="{1C940EBE-DB33-26CB-A10D-AF13C479E17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645036" y="1354368"/>
                      <a:ext cx="848543" cy="302221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48" name="Picture 147">
                    <a:extLst>
                      <a:ext uri="{FF2B5EF4-FFF2-40B4-BE49-F238E27FC236}">
                        <a16:creationId xmlns:a16="http://schemas.microsoft.com/office/drawing/2014/main" id="{FEF6D229-3AFC-196C-7A21-B8646FA58E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653332" y="2754743"/>
                    <a:ext cx="1883929" cy="345587"/>
                  </a:xfrm>
                  <a:prstGeom prst="rect">
                    <a:avLst/>
                  </a:prstGeom>
                </p:spPr>
              </p:pic>
              <p:pic>
                <p:nvPicPr>
                  <p:cNvPr id="149" name="Picture 148">
                    <a:extLst>
                      <a:ext uri="{FF2B5EF4-FFF2-40B4-BE49-F238E27FC236}">
                        <a16:creationId xmlns:a16="http://schemas.microsoft.com/office/drawing/2014/main" id="{F3AD31C6-40A2-5750-8C8A-FFA31E7B02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616429" y="3624546"/>
                    <a:ext cx="5686615" cy="999447"/>
                  </a:xfrm>
                  <a:prstGeom prst="rect">
                    <a:avLst/>
                  </a:prstGeom>
                </p:spPr>
              </p:pic>
              <p:pic>
                <p:nvPicPr>
                  <p:cNvPr id="150" name="Picture 149">
                    <a:extLst>
                      <a:ext uri="{FF2B5EF4-FFF2-40B4-BE49-F238E27FC236}">
                        <a16:creationId xmlns:a16="http://schemas.microsoft.com/office/drawing/2014/main" id="{85E01BB6-B8E1-E173-5FEB-F7F835DF23C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62991" y="3140607"/>
                    <a:ext cx="819896" cy="25405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45" name="Picture 144">
                  <a:extLst>
                    <a:ext uri="{FF2B5EF4-FFF2-40B4-BE49-F238E27FC236}">
                      <a16:creationId xmlns:a16="http://schemas.microsoft.com/office/drawing/2014/main" id="{1E79CB51-C8B9-30E8-94AA-F2A6B380DA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32522" y="2797189"/>
                  <a:ext cx="366295" cy="303141"/>
                </a:xfrm>
                <a:prstGeom prst="rect">
                  <a:avLst/>
                </a:prstGeom>
              </p:spPr>
            </p:pic>
            <p:pic>
              <p:nvPicPr>
                <p:cNvPr id="146" name="Picture 145">
                  <a:extLst>
                    <a:ext uri="{FF2B5EF4-FFF2-40B4-BE49-F238E27FC236}">
                      <a16:creationId xmlns:a16="http://schemas.microsoft.com/office/drawing/2014/main" id="{06BDBC2E-D7E7-A99E-5EBF-0E4A668F71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32522" y="3165974"/>
                  <a:ext cx="361599" cy="311724"/>
                </a:xfrm>
                <a:prstGeom prst="rect">
                  <a:avLst/>
                </a:prstGeom>
              </p:spPr>
            </p:pic>
          </p:grpSp>
        </p:grpSp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FCD3ECEA-692B-ADB2-9D51-90FE7CC46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56952" y="4355097"/>
              <a:ext cx="1853735" cy="352738"/>
            </a:xfrm>
            <a:prstGeom prst="rect">
              <a:avLst/>
            </a:prstGeom>
          </p:spPr>
        </p:pic>
      </p:grp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BA9321A9-09DF-1948-9958-3632C7A517EE}"/>
              </a:ext>
            </a:extLst>
          </p:cNvPr>
          <p:cNvSpPr/>
          <p:nvPr/>
        </p:nvSpPr>
        <p:spPr>
          <a:xfrm>
            <a:off x="6870515" y="1673074"/>
            <a:ext cx="2221808" cy="523220"/>
          </a:xfrm>
          <a:prstGeom prst="roundRect">
            <a:avLst/>
          </a:prstGeom>
          <a:noFill/>
          <a:ln w="19050">
            <a:solidFill>
              <a:srgbClr val="B4EDC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6714545-1489-3A14-D0A3-7F222DF70908}"/>
              </a:ext>
            </a:extLst>
          </p:cNvPr>
          <p:cNvSpPr txBox="1"/>
          <p:nvPr/>
        </p:nvSpPr>
        <p:spPr>
          <a:xfrm>
            <a:off x="9657255" y="1750699"/>
            <a:ext cx="2019380" cy="369332"/>
          </a:xfrm>
          <a:prstGeom prst="rect">
            <a:avLst/>
          </a:prstGeom>
          <a:solidFill>
            <a:srgbClr val="B4EDC3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ต่อจาก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Spec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ล่าสุด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166" name="Connector: Elbow 165">
            <a:extLst>
              <a:ext uri="{FF2B5EF4-FFF2-40B4-BE49-F238E27FC236}">
                <a16:creationId xmlns:a16="http://schemas.microsoft.com/office/drawing/2014/main" id="{8CF8C14B-8ADB-A20B-BB17-A19D7EBCA34E}"/>
              </a:ext>
            </a:extLst>
          </p:cNvPr>
          <p:cNvCxnSpPr>
            <a:cxnSpLocks/>
            <a:stCxn id="165" idx="1"/>
            <a:endCxn id="164" idx="3"/>
          </p:cNvCxnSpPr>
          <p:nvPr/>
        </p:nvCxnSpPr>
        <p:spPr>
          <a:xfrm rot="10800000">
            <a:off x="9092323" y="1934685"/>
            <a:ext cx="564932" cy="681"/>
          </a:xfrm>
          <a:prstGeom prst="bentConnector3">
            <a:avLst>
              <a:gd name="adj1" fmla="val 50000"/>
            </a:avLst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8" name="Graphic 167" descr="Line arrow: Clockwise curve with solid fill">
            <a:extLst>
              <a:ext uri="{FF2B5EF4-FFF2-40B4-BE49-F238E27FC236}">
                <a16:creationId xmlns:a16="http://schemas.microsoft.com/office/drawing/2014/main" id="{ADE05296-D6E1-C1DB-9F58-4E191C6552A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9762732" flipV="1">
            <a:off x="-63634" y="3860385"/>
            <a:ext cx="569407" cy="569407"/>
          </a:xfrm>
          <a:prstGeom prst="rect">
            <a:avLst/>
          </a:prstGeom>
        </p:spPr>
      </p:pic>
      <p:pic>
        <p:nvPicPr>
          <p:cNvPr id="169" name="Graphic 168" descr="Line arrow: Clockwise curve with solid fill">
            <a:extLst>
              <a:ext uri="{FF2B5EF4-FFF2-40B4-BE49-F238E27FC236}">
                <a16:creationId xmlns:a16="http://schemas.microsoft.com/office/drawing/2014/main" id="{BEB836C8-2CDB-FF57-3B01-4F350BA612A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9762732" flipV="1">
            <a:off x="5735478" y="3860382"/>
            <a:ext cx="569407" cy="569407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5FB2749E-B64F-7F69-0FCF-75BF0C2E284B}"/>
              </a:ext>
            </a:extLst>
          </p:cNvPr>
          <p:cNvSpPr txBox="1"/>
          <p:nvPr/>
        </p:nvSpPr>
        <p:spPr>
          <a:xfrm>
            <a:off x="9678798" y="1023120"/>
            <a:ext cx="240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** </a:t>
            </a:r>
            <a:r>
              <a:rPr lang="th-TH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กรอกข้อมูลจำนวนสีของแต่ละ </a:t>
            </a:r>
            <a:r>
              <a:rPr lang="en-US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E64D09EA-D2B3-3AEB-AF20-33F709CEECB2}"/>
              </a:ext>
            </a:extLst>
          </p:cNvPr>
          <p:cNvCxnSpPr/>
          <p:nvPr/>
        </p:nvCxnSpPr>
        <p:spPr>
          <a:xfrm>
            <a:off x="-5444" y="1502229"/>
            <a:ext cx="12192000" cy="0"/>
          </a:xfrm>
          <a:prstGeom prst="line">
            <a:avLst/>
          </a:prstGeom>
          <a:ln w="381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FF589A2-212E-C103-6E8B-181104C1C597}"/>
              </a:ext>
            </a:extLst>
          </p:cNvPr>
          <p:cNvGrpSpPr/>
          <p:nvPr/>
        </p:nvGrpSpPr>
        <p:grpSpPr>
          <a:xfrm>
            <a:off x="134471" y="80817"/>
            <a:ext cx="8057323" cy="1240101"/>
            <a:chOff x="134471" y="80817"/>
            <a:chExt cx="8057323" cy="1240101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B8B3A61E-B69B-9703-5947-216185517993}"/>
                </a:ext>
              </a:extLst>
            </p:cNvPr>
            <p:cNvGrpSpPr/>
            <p:nvPr/>
          </p:nvGrpSpPr>
          <p:grpSpPr>
            <a:xfrm>
              <a:off x="161671" y="192137"/>
              <a:ext cx="8030123" cy="1128781"/>
              <a:chOff x="153099" y="192137"/>
              <a:chExt cx="8495938" cy="1234613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E62377AE-DC10-861F-E4C6-80B69F8B8C49}"/>
                  </a:ext>
                </a:extLst>
              </p:cNvPr>
              <p:cNvGrpSpPr/>
              <p:nvPr/>
            </p:nvGrpSpPr>
            <p:grpSpPr>
              <a:xfrm>
                <a:off x="1408493" y="192137"/>
                <a:ext cx="7240544" cy="1234613"/>
                <a:chOff x="1408493" y="192137"/>
                <a:chExt cx="7240544" cy="1234613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0618B6E0-92B8-5946-55EA-1FAD5653D4F5}"/>
                    </a:ext>
                  </a:extLst>
                </p:cNvPr>
                <p:cNvGrpSpPr/>
                <p:nvPr/>
              </p:nvGrpSpPr>
              <p:grpSpPr>
                <a:xfrm>
                  <a:off x="1494242" y="192137"/>
                  <a:ext cx="1968285" cy="338554"/>
                  <a:chOff x="1514821" y="856421"/>
                  <a:chExt cx="1968285" cy="338554"/>
                </a:xfrm>
              </p:grpSpPr>
              <p:sp>
                <p:nvSpPr>
                  <p:cNvPr id="36" name="Rectangle: Rounded Corners 35">
                    <a:extLst>
                      <a:ext uri="{FF2B5EF4-FFF2-40B4-BE49-F238E27FC236}">
                        <a16:creationId xmlns:a16="http://schemas.microsoft.com/office/drawing/2014/main" id="{D8CC86CB-2786-279A-3D0E-317023394B28}"/>
                      </a:ext>
                    </a:extLst>
                  </p:cNvPr>
                  <p:cNvSpPr/>
                  <p:nvPr/>
                </p:nvSpPr>
                <p:spPr>
                  <a:xfrm>
                    <a:off x="2916841" y="892833"/>
                    <a:ext cx="557594" cy="260858"/>
                  </a:xfrm>
                  <a:prstGeom prst="roundRect">
                    <a:avLst/>
                  </a:prstGeom>
                  <a:solidFill>
                    <a:srgbClr val="95B8E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812B162E-0515-F2FB-5696-503D55747360}"/>
                      </a:ext>
                    </a:extLst>
                  </p:cNvPr>
                  <p:cNvSpPr txBox="1"/>
                  <p:nvPr/>
                </p:nvSpPr>
                <p:spPr>
                  <a:xfrm>
                    <a:off x="2908170" y="856421"/>
                    <a:ext cx="574936" cy="3231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Copy</a:t>
                    </a:r>
                  </a:p>
                </p:txBody>
              </p:sp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8DB6FDB3-1DEA-1354-94BB-C6C6A69F9D2B}"/>
                      </a:ext>
                    </a:extLst>
                  </p:cNvPr>
                  <p:cNvGrpSpPr/>
                  <p:nvPr/>
                </p:nvGrpSpPr>
                <p:grpSpPr>
                  <a:xfrm>
                    <a:off x="1514821" y="879075"/>
                    <a:ext cx="557105" cy="307777"/>
                    <a:chOff x="1719665" y="606770"/>
                    <a:chExt cx="557105" cy="307777"/>
                  </a:xfrm>
                </p:grpSpPr>
                <p:sp>
                  <p:nvSpPr>
                    <p:cNvPr id="43" name="Rectangle: Rounded Corners 42">
                      <a:extLst>
                        <a:ext uri="{FF2B5EF4-FFF2-40B4-BE49-F238E27FC236}">
                          <a16:creationId xmlns:a16="http://schemas.microsoft.com/office/drawing/2014/main" id="{FF939795-54C9-C0D0-921E-C850BD4EFD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28996" y="620527"/>
                      <a:ext cx="547774" cy="248389"/>
                    </a:xfrm>
                    <a:prstGeom prst="roundRect">
                      <a:avLst/>
                    </a:prstGeom>
                    <a:solidFill>
                      <a:srgbClr val="95B8E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95E1C412-20C4-3188-6EFF-D1BDBB7976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19665" y="606770"/>
                      <a:ext cx="54777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th-TH" sz="14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เพิ่ม</a:t>
                      </a:r>
                      <a:endParaRPr lang="en-US" sz="14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p:txBody>
                </p:sp>
              </p:grpSp>
              <p:sp>
                <p:nvSpPr>
                  <p:cNvPr id="41" name="Rectangle: Rounded Corners 40">
                    <a:extLst>
                      <a:ext uri="{FF2B5EF4-FFF2-40B4-BE49-F238E27FC236}">
                        <a16:creationId xmlns:a16="http://schemas.microsoft.com/office/drawing/2014/main" id="{C5CCCFF0-B78C-7F49-68FE-54091CF6111D}"/>
                      </a:ext>
                    </a:extLst>
                  </p:cNvPr>
                  <p:cNvSpPr/>
                  <p:nvPr/>
                </p:nvSpPr>
                <p:spPr>
                  <a:xfrm>
                    <a:off x="2227966" y="895990"/>
                    <a:ext cx="547774" cy="248389"/>
                  </a:xfrm>
                  <a:prstGeom prst="roundRect">
                    <a:avLst/>
                  </a:prstGeom>
                  <a:solidFill>
                    <a:srgbClr val="95B8E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56F1931-B45F-6A48-8063-2C1C19A692A6}"/>
                      </a:ext>
                    </a:extLst>
                  </p:cNvPr>
                  <p:cNvSpPr txBox="1"/>
                  <p:nvPr/>
                </p:nvSpPr>
                <p:spPr>
                  <a:xfrm>
                    <a:off x="2210929" y="856421"/>
                    <a:ext cx="564811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th-TH" sz="16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ลด</a:t>
                    </a:r>
                    <a:endParaRPr lang="en-US" sz="16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endParaRPr>
                  </a:p>
                </p:txBody>
              </p:sp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A8472C20-2EA1-58ED-B008-FAB4B8F2C5D5}"/>
                    </a:ext>
                  </a:extLst>
                </p:cNvPr>
                <p:cNvGrpSpPr/>
                <p:nvPr/>
              </p:nvGrpSpPr>
              <p:grpSpPr>
                <a:xfrm>
                  <a:off x="1408493" y="638535"/>
                  <a:ext cx="7240544" cy="788215"/>
                  <a:chOff x="422990" y="921909"/>
                  <a:chExt cx="7240544" cy="788215"/>
                </a:xfrm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D4A7A254-C821-45E9-9B27-445E1EB7A823}"/>
                      </a:ext>
                    </a:extLst>
                  </p:cNvPr>
                  <p:cNvGrpSpPr/>
                  <p:nvPr/>
                </p:nvGrpSpPr>
                <p:grpSpPr>
                  <a:xfrm>
                    <a:off x="422990" y="921909"/>
                    <a:ext cx="7240544" cy="788215"/>
                    <a:chOff x="447870" y="895739"/>
                    <a:chExt cx="7240544" cy="788215"/>
                  </a:xfrm>
                </p:grpSpPr>
                <p:pic>
                  <p:nvPicPr>
                    <p:cNvPr id="10" name="Picture 9">
                      <a:extLst>
                        <a:ext uri="{FF2B5EF4-FFF2-40B4-BE49-F238E27FC236}">
                          <a16:creationId xmlns:a16="http://schemas.microsoft.com/office/drawing/2014/main" id="{42661429-91E4-42D8-A9B1-6D6C4A244D9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2671988" y="957855"/>
                      <a:ext cx="1664751" cy="716768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3" name="Picture 12">
                      <a:extLst>
                        <a:ext uri="{FF2B5EF4-FFF2-40B4-BE49-F238E27FC236}">
                          <a16:creationId xmlns:a16="http://schemas.microsoft.com/office/drawing/2014/main" id="{CD5D2254-B605-43C9-B111-7B71E1D303B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673460" y="1344009"/>
                      <a:ext cx="848543" cy="30222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4" name="Rectangle: Rounded Corners 13">
                      <a:extLst>
                        <a:ext uri="{FF2B5EF4-FFF2-40B4-BE49-F238E27FC236}">
                          <a16:creationId xmlns:a16="http://schemas.microsoft.com/office/drawing/2014/main" id="{A68C078D-2C00-4761-8B9A-42763D03FA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870" y="895739"/>
                      <a:ext cx="7240544" cy="788215"/>
                    </a:xfrm>
                    <a:prstGeom prst="roundRect">
                      <a:avLst>
                        <a:gd name="adj" fmla="val 6667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pic>
                  <p:nvPicPr>
                    <p:cNvPr id="47" name="Picture 46">
                      <a:extLst>
                        <a:ext uri="{FF2B5EF4-FFF2-40B4-BE49-F238E27FC236}">
                          <a16:creationId xmlns:a16="http://schemas.microsoft.com/office/drawing/2014/main" id="{5114C433-EACE-267A-02AE-29245E20A32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645036" y="1354368"/>
                      <a:ext cx="848543" cy="302221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49" name="Picture 48">
                    <a:extLst>
                      <a:ext uri="{FF2B5EF4-FFF2-40B4-BE49-F238E27FC236}">
                        <a16:creationId xmlns:a16="http://schemas.microsoft.com/office/drawing/2014/main" id="{39DA98DB-A446-F036-B248-3ED1AB0017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513780" y="1016838"/>
                    <a:ext cx="1713093" cy="325976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00A07F0-062D-6482-02D1-7D3F3E597650}"/>
                  </a:ext>
                </a:extLst>
              </p:cNvPr>
              <p:cNvSpPr txBox="1"/>
              <p:nvPr/>
            </p:nvSpPr>
            <p:spPr>
              <a:xfrm>
                <a:off x="153099" y="682845"/>
                <a:ext cx="1156481" cy="403960"/>
              </a:xfrm>
              <a:prstGeom prst="rect">
                <a:avLst/>
              </a:prstGeom>
              <a:solidFill>
                <a:srgbClr val="B4EDC3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Drop down</a:t>
                </a:r>
              </a:p>
            </p:txBody>
          </p:sp>
          <p:sp>
            <p:nvSpPr>
              <p:cNvPr id="170" name="Rectangle: Rounded Corners 169">
                <a:extLst>
                  <a:ext uri="{FF2B5EF4-FFF2-40B4-BE49-F238E27FC236}">
                    <a16:creationId xmlns:a16="http://schemas.microsoft.com/office/drawing/2014/main" id="{936CE92A-C096-EDB8-2FCB-DEC3F65B0F22}"/>
                  </a:ext>
                </a:extLst>
              </p:cNvPr>
              <p:cNvSpPr/>
              <p:nvPr/>
            </p:nvSpPr>
            <p:spPr>
              <a:xfrm>
                <a:off x="1465933" y="704279"/>
                <a:ext cx="1787271" cy="382526"/>
              </a:xfrm>
              <a:prstGeom prst="roundRect">
                <a:avLst/>
              </a:prstGeom>
              <a:noFill/>
              <a:ln w="19050">
                <a:solidFill>
                  <a:srgbClr val="B4EDC3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7A57B61F-512A-E553-29A8-600B29D63F06}"/>
                </a:ext>
              </a:extLst>
            </p:cNvPr>
            <p:cNvSpPr txBox="1"/>
            <p:nvPr/>
          </p:nvSpPr>
          <p:spPr>
            <a:xfrm>
              <a:off x="134471" y="80817"/>
              <a:ext cx="10525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* </a:t>
              </a:r>
              <a:r>
                <a:rPr lang="th-TH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แต่ละ </a:t>
              </a:r>
              <a:r>
                <a:rPr lang="en-US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F </a:t>
              </a:r>
              <a:r>
                <a:rPr lang="th-TH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เลือกได้ 1 ครั้ง</a:t>
              </a:r>
              <a:endParaRPr lang="en-US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4EE9684-82EC-355D-38EB-F53397760A13}"/>
              </a:ext>
            </a:extLst>
          </p:cNvPr>
          <p:cNvCxnSpPr>
            <a:cxnSpLocks/>
          </p:cNvCxnSpPr>
          <p:nvPr/>
        </p:nvCxnSpPr>
        <p:spPr>
          <a:xfrm rot="16200000">
            <a:off x="5089228" y="5515847"/>
            <a:ext cx="1920240" cy="0"/>
          </a:xfrm>
          <a:prstGeom prst="line">
            <a:avLst/>
          </a:prstGeom>
          <a:ln w="381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4D766F1-8C69-A366-837C-816851B90495}"/>
              </a:ext>
            </a:extLst>
          </p:cNvPr>
          <p:cNvCxnSpPr>
            <a:cxnSpLocks/>
          </p:cNvCxnSpPr>
          <p:nvPr/>
        </p:nvCxnSpPr>
        <p:spPr>
          <a:xfrm rot="16200000">
            <a:off x="5040399" y="2711756"/>
            <a:ext cx="2011680" cy="0"/>
          </a:xfrm>
          <a:prstGeom prst="line">
            <a:avLst/>
          </a:prstGeom>
          <a:ln w="381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7C6E5DB-CC1E-E6CB-B40E-1D52B9FAA44D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การระบุจำนวนสีของแต่ละ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  <a:endParaRPr lang="en-US" sz="2400" b="1" dirty="0">
              <a:solidFill>
                <a:srgbClr val="7030A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9599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887699-BED2-46D7-B33B-B8855D0C6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BCFFA0-3C1A-456A-AD21-A5D23E9199B1}"/>
              </a:ext>
            </a:extLst>
          </p:cNvPr>
          <p:cNvSpPr txBox="1"/>
          <p:nvPr/>
        </p:nvSpPr>
        <p:spPr>
          <a:xfrm>
            <a:off x="10642098" y="586044"/>
            <a:ext cx="1438476" cy="442674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0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กรณี </a:t>
            </a:r>
            <a:r>
              <a:rPr lang="en-US" sz="2000" b="1" dirty="0" err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Flexo</a:t>
            </a:r>
            <a:endParaRPr lang="en-US" sz="2000" b="1" dirty="0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FF4302-1944-B233-C7CD-E4B3A1FD36F0}"/>
              </a:ext>
            </a:extLst>
          </p:cNvPr>
          <p:cNvSpPr txBox="1"/>
          <p:nvPr/>
        </p:nvSpPr>
        <p:spPr>
          <a:xfrm>
            <a:off x="9728181" y="1039248"/>
            <a:ext cx="240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** </a:t>
            </a:r>
            <a:r>
              <a:rPr lang="th-TH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กรอกข้อมูลจำนวนสีของแต่ละ </a:t>
            </a:r>
            <a:r>
              <a:rPr lang="en-US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C5AF44A-69D7-9D7D-C06C-DAF794AF37F5}"/>
              </a:ext>
            </a:extLst>
          </p:cNvPr>
          <p:cNvGrpSpPr/>
          <p:nvPr/>
        </p:nvGrpSpPr>
        <p:grpSpPr>
          <a:xfrm>
            <a:off x="134471" y="80817"/>
            <a:ext cx="8057323" cy="1634672"/>
            <a:chOff x="134471" y="80817"/>
            <a:chExt cx="8057323" cy="163467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9663F24-97DF-43DC-9887-B7DFB06B9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9282" y="1341057"/>
              <a:ext cx="4183331" cy="287796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542849A-0EAE-5B84-EE18-397BD37CAA1D}"/>
                </a:ext>
              </a:extLst>
            </p:cNvPr>
            <p:cNvGrpSpPr/>
            <p:nvPr/>
          </p:nvGrpSpPr>
          <p:grpSpPr>
            <a:xfrm>
              <a:off x="134471" y="80817"/>
              <a:ext cx="8057323" cy="1634672"/>
              <a:chOff x="134471" y="80817"/>
              <a:chExt cx="8057323" cy="1634672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E4BD68BC-B791-112F-2251-204CE255A7A5}"/>
                  </a:ext>
                </a:extLst>
              </p:cNvPr>
              <p:cNvGrpSpPr/>
              <p:nvPr/>
            </p:nvGrpSpPr>
            <p:grpSpPr>
              <a:xfrm>
                <a:off x="161671" y="192137"/>
                <a:ext cx="8030123" cy="1523352"/>
                <a:chOff x="153099" y="192137"/>
                <a:chExt cx="8495938" cy="166617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1DA3F55C-554F-6E7E-7E7B-E45830E061D8}"/>
                    </a:ext>
                  </a:extLst>
                </p:cNvPr>
                <p:cNvGrpSpPr/>
                <p:nvPr/>
              </p:nvGrpSpPr>
              <p:grpSpPr>
                <a:xfrm>
                  <a:off x="1408493" y="192137"/>
                  <a:ext cx="7240544" cy="1666178"/>
                  <a:chOff x="1408493" y="192137"/>
                  <a:chExt cx="7240544" cy="1666178"/>
                </a:xfrm>
              </p:grpSpPr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20BB3929-AD20-05DD-F1FF-6CC64E566DF4}"/>
                      </a:ext>
                    </a:extLst>
                  </p:cNvPr>
                  <p:cNvGrpSpPr/>
                  <p:nvPr/>
                </p:nvGrpSpPr>
                <p:grpSpPr>
                  <a:xfrm>
                    <a:off x="1494242" y="192137"/>
                    <a:ext cx="1968285" cy="338554"/>
                    <a:chOff x="1514821" y="856421"/>
                    <a:chExt cx="1968285" cy="338554"/>
                  </a:xfrm>
                </p:grpSpPr>
                <p:sp>
                  <p:nvSpPr>
                    <p:cNvPr id="54" name="Rectangle: Rounded Corners 53">
                      <a:extLst>
                        <a:ext uri="{FF2B5EF4-FFF2-40B4-BE49-F238E27FC236}">
                          <a16:creationId xmlns:a16="http://schemas.microsoft.com/office/drawing/2014/main" id="{73B153FF-2247-D56B-CB4E-8B3FE9EC22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16841" y="892833"/>
                      <a:ext cx="557594" cy="260858"/>
                    </a:xfrm>
                    <a:prstGeom prst="roundRect">
                      <a:avLst/>
                    </a:prstGeom>
                    <a:solidFill>
                      <a:srgbClr val="95B8E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5" name="TextBox 54">
                      <a:extLst>
                        <a:ext uri="{FF2B5EF4-FFF2-40B4-BE49-F238E27FC236}">
                          <a16:creationId xmlns:a16="http://schemas.microsoft.com/office/drawing/2014/main" id="{4E31FC28-7F02-6CD7-8475-A658AB1B4A2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08170" y="856421"/>
                      <a:ext cx="574936" cy="3231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5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Copy</a:t>
                      </a:r>
                    </a:p>
                  </p:txBody>
                </p:sp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6C5DBF79-0B18-30F6-EA10-65374FE589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14821" y="879075"/>
                      <a:ext cx="557105" cy="307777"/>
                      <a:chOff x="1719665" y="606770"/>
                      <a:chExt cx="557105" cy="307777"/>
                    </a:xfrm>
                  </p:grpSpPr>
                  <p:sp>
                    <p:nvSpPr>
                      <p:cNvPr id="59" name="Rectangle: Rounded Corners 58">
                        <a:extLst>
                          <a:ext uri="{FF2B5EF4-FFF2-40B4-BE49-F238E27FC236}">
                            <a16:creationId xmlns:a16="http://schemas.microsoft.com/office/drawing/2014/main" id="{3F7F1967-3186-E947-59B5-DE9084A630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28996" y="620527"/>
                        <a:ext cx="547774" cy="248389"/>
                      </a:xfrm>
                      <a:prstGeom prst="roundRect">
                        <a:avLst/>
                      </a:prstGeom>
                      <a:solidFill>
                        <a:srgbClr val="95B8E3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0" name="TextBox 59">
                        <a:extLst>
                          <a:ext uri="{FF2B5EF4-FFF2-40B4-BE49-F238E27FC236}">
                            <a16:creationId xmlns:a16="http://schemas.microsoft.com/office/drawing/2014/main" id="{060F5945-7DFD-0565-FD75-61C76F35EC2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19665" y="606770"/>
                        <a:ext cx="547774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th-TH" sz="1400" b="1" dirty="0">
                            <a:latin typeface="TH Sarabun New" panose="020B0500040200020003" pitchFamily="34" charset="-34"/>
                            <a:cs typeface="TH Sarabun New" panose="020B0500040200020003" pitchFamily="34" charset="-34"/>
                          </a:rPr>
                          <a:t>เพิ่ม</a:t>
                        </a:r>
                        <a:endParaRPr lang="en-US" sz="14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endParaRPr>
                      </a:p>
                    </p:txBody>
                  </p:sp>
                </p:grpSp>
                <p:sp>
                  <p:nvSpPr>
                    <p:cNvPr id="57" name="Rectangle: Rounded Corners 56">
                      <a:extLst>
                        <a:ext uri="{FF2B5EF4-FFF2-40B4-BE49-F238E27FC236}">
                          <a16:creationId xmlns:a16="http://schemas.microsoft.com/office/drawing/2014/main" id="{4EF4DB31-72AD-5C2C-5676-928B9A42EB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7966" y="895990"/>
                      <a:ext cx="547774" cy="248389"/>
                    </a:xfrm>
                    <a:prstGeom prst="roundRect">
                      <a:avLst/>
                    </a:prstGeom>
                    <a:solidFill>
                      <a:srgbClr val="95B8E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8" name="TextBox 57">
                      <a:extLst>
                        <a:ext uri="{FF2B5EF4-FFF2-40B4-BE49-F238E27FC236}">
                          <a16:creationId xmlns:a16="http://schemas.microsoft.com/office/drawing/2014/main" id="{3E08750B-8761-4935-CF8F-8079B4352F3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10929" y="856421"/>
                      <a:ext cx="564811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th-TH" sz="16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ลด</a:t>
                      </a:r>
                      <a:endParaRPr lang="en-US" sz="16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p:txBody>
                </p:sp>
              </p:grpSp>
              <p:grpSp>
                <p:nvGrpSpPr>
                  <p:cNvPr id="47" name="Group 46">
                    <a:extLst>
                      <a:ext uri="{FF2B5EF4-FFF2-40B4-BE49-F238E27FC236}">
                        <a16:creationId xmlns:a16="http://schemas.microsoft.com/office/drawing/2014/main" id="{507FBE98-0BAA-7930-C8AB-D686D4FF3566}"/>
                      </a:ext>
                    </a:extLst>
                  </p:cNvPr>
                  <p:cNvGrpSpPr/>
                  <p:nvPr/>
                </p:nvGrpSpPr>
                <p:grpSpPr>
                  <a:xfrm>
                    <a:off x="1408493" y="638535"/>
                    <a:ext cx="7240544" cy="1219780"/>
                    <a:chOff x="422990" y="921909"/>
                    <a:chExt cx="7240544" cy="1219780"/>
                  </a:xfrm>
                </p:grpSpPr>
                <p:grpSp>
                  <p:nvGrpSpPr>
                    <p:cNvPr id="48" name="Group 47">
                      <a:extLst>
                        <a:ext uri="{FF2B5EF4-FFF2-40B4-BE49-F238E27FC236}">
                          <a16:creationId xmlns:a16="http://schemas.microsoft.com/office/drawing/2014/main" id="{9C4226F5-24B0-BED4-BF88-A6AA536D97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2990" y="921909"/>
                      <a:ext cx="7240544" cy="1219780"/>
                      <a:chOff x="447870" y="895739"/>
                      <a:chExt cx="7240544" cy="1219780"/>
                    </a:xfrm>
                  </p:grpSpPr>
                  <p:pic>
                    <p:nvPicPr>
                      <p:cNvPr id="50" name="Picture 49">
                        <a:extLst>
                          <a:ext uri="{FF2B5EF4-FFF2-40B4-BE49-F238E27FC236}">
                            <a16:creationId xmlns:a16="http://schemas.microsoft.com/office/drawing/2014/main" id="{7BA2D108-94D7-FD96-07A5-9307FCF834B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71988" y="957855"/>
                        <a:ext cx="1664751" cy="716768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52" name="Rectangle: Rounded Corners 51">
                        <a:extLst>
                          <a:ext uri="{FF2B5EF4-FFF2-40B4-BE49-F238E27FC236}">
                            <a16:creationId xmlns:a16="http://schemas.microsoft.com/office/drawing/2014/main" id="{236E62B2-C41A-F0B4-5137-B815D1E26F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870" y="895739"/>
                        <a:ext cx="7240544" cy="1219780"/>
                      </a:xfrm>
                      <a:prstGeom prst="roundRect">
                        <a:avLst>
                          <a:gd name="adj" fmla="val 6667"/>
                        </a:avLst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pic>
                  <p:nvPicPr>
                    <p:cNvPr id="49" name="Picture 48">
                      <a:extLst>
                        <a:ext uri="{FF2B5EF4-FFF2-40B4-BE49-F238E27FC236}">
                          <a16:creationId xmlns:a16="http://schemas.microsoft.com/office/drawing/2014/main" id="{3B34DE2F-0511-D7E2-3F92-26746C350E8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513780" y="1016838"/>
                      <a:ext cx="1713093" cy="325976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80F220B-45B3-D490-B803-28CE2B7FD646}"/>
                    </a:ext>
                  </a:extLst>
                </p:cNvPr>
                <p:cNvSpPr txBox="1"/>
                <p:nvPr/>
              </p:nvSpPr>
              <p:spPr>
                <a:xfrm>
                  <a:off x="153099" y="682845"/>
                  <a:ext cx="1156481" cy="403960"/>
                </a:xfrm>
                <a:prstGeom prst="rect">
                  <a:avLst/>
                </a:prstGeom>
                <a:solidFill>
                  <a:srgbClr val="B4EDC3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Drop down</a:t>
                  </a:r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40999223-3379-ABDF-96C3-1D065FE2478B}"/>
                    </a:ext>
                  </a:extLst>
                </p:cNvPr>
                <p:cNvSpPr/>
                <p:nvPr/>
              </p:nvSpPr>
              <p:spPr>
                <a:xfrm>
                  <a:off x="1465933" y="704279"/>
                  <a:ext cx="1787271" cy="382526"/>
                </a:xfrm>
                <a:prstGeom prst="roundRect">
                  <a:avLst/>
                </a:prstGeom>
                <a:noFill/>
                <a:ln w="19050">
                  <a:solidFill>
                    <a:srgbClr val="B4EDC3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A1501A7-640A-7E52-AE9F-9AE19EB8FE05}"/>
                  </a:ext>
                </a:extLst>
              </p:cNvPr>
              <p:cNvSpPr txBox="1"/>
              <p:nvPr/>
            </p:nvSpPr>
            <p:spPr>
              <a:xfrm>
                <a:off x="134471" y="80817"/>
                <a:ext cx="10525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F000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* </a:t>
                </a:r>
                <a:r>
                  <a:rPr lang="th-TH" dirty="0">
                    <a:solidFill>
                      <a:srgbClr val="FF000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แต่ละ </a:t>
                </a:r>
                <a:r>
                  <a:rPr lang="en-US" dirty="0">
                    <a:solidFill>
                      <a:srgbClr val="FF000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 </a:t>
                </a:r>
                <a:r>
                  <a:rPr lang="th-TH" dirty="0">
                    <a:solidFill>
                      <a:srgbClr val="FF0000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เลือกได้ 1 ครั้ง</a:t>
                </a:r>
                <a:endParaRPr lang="en-US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2580EBF-4F51-04E3-375D-9CE705A065E9}"/>
              </a:ext>
            </a:extLst>
          </p:cNvPr>
          <p:cNvGrpSpPr/>
          <p:nvPr/>
        </p:nvGrpSpPr>
        <p:grpSpPr>
          <a:xfrm>
            <a:off x="-63634" y="2492863"/>
            <a:ext cx="5885936" cy="3178632"/>
            <a:chOff x="-63634" y="2492863"/>
            <a:chExt cx="5885936" cy="3178632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B48CF13-878B-1CF5-1268-98D0AC507F9D}"/>
                </a:ext>
              </a:extLst>
            </p:cNvPr>
            <p:cNvGrpSpPr/>
            <p:nvPr/>
          </p:nvGrpSpPr>
          <p:grpSpPr>
            <a:xfrm>
              <a:off x="487556" y="4529250"/>
              <a:ext cx="5334746" cy="1142245"/>
              <a:chOff x="422991" y="921909"/>
              <a:chExt cx="6341557" cy="1219780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3049F789-3F17-063D-613E-6ED95088C2F1}"/>
                  </a:ext>
                </a:extLst>
              </p:cNvPr>
              <p:cNvGrpSpPr/>
              <p:nvPr/>
            </p:nvGrpSpPr>
            <p:grpSpPr>
              <a:xfrm>
                <a:off x="422991" y="921909"/>
                <a:ext cx="6341557" cy="1219780"/>
                <a:chOff x="447871" y="895739"/>
                <a:chExt cx="6341557" cy="1219780"/>
              </a:xfrm>
            </p:grpSpPr>
            <p:pic>
              <p:nvPicPr>
                <p:cNvPr id="73" name="Picture 72">
                  <a:extLst>
                    <a:ext uri="{FF2B5EF4-FFF2-40B4-BE49-F238E27FC236}">
                      <a16:creationId xmlns:a16="http://schemas.microsoft.com/office/drawing/2014/main" id="{7AF39B34-B6F5-6C5A-DBA4-221B669A9D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71988" y="957855"/>
                  <a:ext cx="1664751" cy="716768"/>
                </a:xfrm>
                <a:prstGeom prst="rect">
                  <a:avLst/>
                </a:prstGeom>
              </p:spPr>
            </p:pic>
            <p:sp>
              <p:nvSpPr>
                <p:cNvPr id="74" name="Rectangle: Rounded Corners 73">
                  <a:extLst>
                    <a:ext uri="{FF2B5EF4-FFF2-40B4-BE49-F238E27FC236}">
                      <a16:creationId xmlns:a16="http://schemas.microsoft.com/office/drawing/2014/main" id="{DD1008DE-8F3C-EB19-C362-E738D6EE764D}"/>
                    </a:ext>
                  </a:extLst>
                </p:cNvPr>
                <p:cNvSpPr/>
                <p:nvPr/>
              </p:nvSpPr>
              <p:spPr>
                <a:xfrm>
                  <a:off x="447871" y="895739"/>
                  <a:ext cx="6341557" cy="1219780"/>
                </a:xfrm>
                <a:prstGeom prst="roundRect">
                  <a:avLst>
                    <a:gd name="adj" fmla="val 6667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65E81044-100A-D181-DC41-365EA1A2EC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3780" y="1016838"/>
                <a:ext cx="1713093" cy="325976"/>
              </a:xfrm>
              <a:prstGeom prst="rect">
                <a:avLst/>
              </a:prstGeom>
            </p:spPr>
          </p:pic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E9772F3-25C5-2CB9-18F8-91F898787E83}"/>
                </a:ext>
              </a:extLst>
            </p:cNvPr>
            <p:cNvGrpSpPr/>
            <p:nvPr/>
          </p:nvGrpSpPr>
          <p:grpSpPr>
            <a:xfrm>
              <a:off x="487556" y="2579152"/>
              <a:ext cx="5334746" cy="1480069"/>
              <a:chOff x="1408494" y="157010"/>
              <a:chExt cx="6093945" cy="1701305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A034CBEA-D4A5-FCD1-A75E-2D49960E1A6F}"/>
                  </a:ext>
                </a:extLst>
              </p:cNvPr>
              <p:cNvGrpSpPr/>
              <p:nvPr/>
            </p:nvGrpSpPr>
            <p:grpSpPr>
              <a:xfrm>
                <a:off x="1494242" y="157010"/>
                <a:ext cx="1968285" cy="338554"/>
                <a:chOff x="1514821" y="821294"/>
                <a:chExt cx="1968285" cy="338554"/>
              </a:xfrm>
            </p:grpSpPr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91DD82E0-04F1-769C-110A-C2A8ECB96522}"/>
                    </a:ext>
                  </a:extLst>
                </p:cNvPr>
                <p:cNvSpPr/>
                <p:nvPr/>
              </p:nvSpPr>
              <p:spPr>
                <a:xfrm>
                  <a:off x="2916841" y="892833"/>
                  <a:ext cx="557594" cy="260858"/>
                </a:xfrm>
                <a:prstGeom prst="roundRect">
                  <a:avLst/>
                </a:prstGeom>
                <a:solidFill>
                  <a:srgbClr val="95B8E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2699721F-93B2-F4D2-F68E-67949B41BA96}"/>
                    </a:ext>
                  </a:extLst>
                </p:cNvPr>
                <p:cNvSpPr txBox="1"/>
                <p:nvPr/>
              </p:nvSpPr>
              <p:spPr>
                <a:xfrm>
                  <a:off x="2908170" y="821294"/>
                  <a:ext cx="574936" cy="323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5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Copy</a:t>
                  </a:r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C63CE0A1-2DF7-756E-0A9E-B13EFFCD352F}"/>
                    </a:ext>
                  </a:extLst>
                </p:cNvPr>
                <p:cNvGrpSpPr/>
                <p:nvPr/>
              </p:nvGrpSpPr>
              <p:grpSpPr>
                <a:xfrm>
                  <a:off x="1514821" y="843948"/>
                  <a:ext cx="557105" cy="307777"/>
                  <a:chOff x="1719665" y="571643"/>
                  <a:chExt cx="557105" cy="307777"/>
                </a:xfrm>
              </p:grpSpPr>
              <p:sp>
                <p:nvSpPr>
                  <p:cNvPr id="96" name="Rectangle: Rounded Corners 95">
                    <a:extLst>
                      <a:ext uri="{FF2B5EF4-FFF2-40B4-BE49-F238E27FC236}">
                        <a16:creationId xmlns:a16="http://schemas.microsoft.com/office/drawing/2014/main" id="{B988B95A-23A8-C4F7-D90E-0BAE923FE17E}"/>
                      </a:ext>
                    </a:extLst>
                  </p:cNvPr>
                  <p:cNvSpPr/>
                  <p:nvPr/>
                </p:nvSpPr>
                <p:spPr>
                  <a:xfrm>
                    <a:off x="1728996" y="620527"/>
                    <a:ext cx="547774" cy="248389"/>
                  </a:xfrm>
                  <a:prstGeom prst="roundRect">
                    <a:avLst/>
                  </a:prstGeom>
                  <a:solidFill>
                    <a:srgbClr val="95B8E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7" name="TextBox 96">
                    <a:extLst>
                      <a:ext uri="{FF2B5EF4-FFF2-40B4-BE49-F238E27FC236}">
                        <a16:creationId xmlns:a16="http://schemas.microsoft.com/office/drawing/2014/main" id="{A3A4B155-AE81-4900-ED96-5BEA19425103}"/>
                      </a:ext>
                    </a:extLst>
                  </p:cNvPr>
                  <p:cNvSpPr txBox="1"/>
                  <p:nvPr/>
                </p:nvSpPr>
                <p:spPr>
                  <a:xfrm>
                    <a:off x="1719665" y="571643"/>
                    <a:ext cx="54777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th-TH" sz="14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เพิ่ม</a:t>
                    </a:r>
                    <a:endParaRPr lang="en-US" sz="1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endParaRPr>
                  </a:p>
                </p:txBody>
              </p:sp>
            </p:grpSp>
            <p:sp>
              <p:nvSpPr>
                <p:cNvPr id="94" name="Rectangle: Rounded Corners 93">
                  <a:extLst>
                    <a:ext uri="{FF2B5EF4-FFF2-40B4-BE49-F238E27FC236}">
                      <a16:creationId xmlns:a16="http://schemas.microsoft.com/office/drawing/2014/main" id="{EA7D6072-E480-545A-A3A3-12A5BAB9462A}"/>
                    </a:ext>
                  </a:extLst>
                </p:cNvPr>
                <p:cNvSpPr/>
                <p:nvPr/>
              </p:nvSpPr>
              <p:spPr>
                <a:xfrm>
                  <a:off x="2227966" y="895990"/>
                  <a:ext cx="547774" cy="248389"/>
                </a:xfrm>
                <a:prstGeom prst="roundRect">
                  <a:avLst/>
                </a:prstGeom>
                <a:solidFill>
                  <a:srgbClr val="95B8E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05B6384A-ABCC-5DE9-591F-247FB92D4589}"/>
                    </a:ext>
                  </a:extLst>
                </p:cNvPr>
                <p:cNvSpPr txBox="1"/>
                <p:nvPr/>
              </p:nvSpPr>
              <p:spPr>
                <a:xfrm>
                  <a:off x="2210929" y="821294"/>
                  <a:ext cx="56481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th-TH" sz="16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ลด</a:t>
                  </a:r>
                  <a:endParaRPr lang="en-US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AFA7709B-CABF-9DFE-15E8-D82153EACB5A}"/>
                  </a:ext>
                </a:extLst>
              </p:cNvPr>
              <p:cNvGrpSpPr/>
              <p:nvPr/>
            </p:nvGrpSpPr>
            <p:grpSpPr>
              <a:xfrm>
                <a:off x="1408494" y="638535"/>
                <a:ext cx="6093945" cy="1219780"/>
                <a:chOff x="447871" y="895739"/>
                <a:chExt cx="6093945" cy="1219780"/>
              </a:xfrm>
            </p:grpSpPr>
            <p:pic>
              <p:nvPicPr>
                <p:cNvPr id="89" name="Picture 88">
                  <a:extLst>
                    <a:ext uri="{FF2B5EF4-FFF2-40B4-BE49-F238E27FC236}">
                      <a16:creationId xmlns:a16="http://schemas.microsoft.com/office/drawing/2014/main" id="{14EE5D58-CFB2-5759-B021-BF938D0B59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71988" y="957855"/>
                  <a:ext cx="1664751" cy="716768"/>
                </a:xfrm>
                <a:prstGeom prst="rect">
                  <a:avLst/>
                </a:prstGeom>
              </p:spPr>
            </p:pic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540A4668-91F4-498C-2B65-B9FE915E7A41}"/>
                    </a:ext>
                  </a:extLst>
                </p:cNvPr>
                <p:cNvSpPr/>
                <p:nvPr/>
              </p:nvSpPr>
              <p:spPr>
                <a:xfrm>
                  <a:off x="447871" y="895739"/>
                  <a:ext cx="6093945" cy="1219780"/>
                </a:xfrm>
                <a:prstGeom prst="roundRect">
                  <a:avLst>
                    <a:gd name="adj" fmla="val 6667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98" name="Graphic 97" descr="Line arrow: Clockwise curve with solid fill">
              <a:extLst>
                <a:ext uri="{FF2B5EF4-FFF2-40B4-BE49-F238E27FC236}">
                  <a16:creationId xmlns:a16="http://schemas.microsoft.com/office/drawing/2014/main" id="{DA308CD2-0A43-861E-9BD3-521C0CB75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62732" flipV="1">
              <a:off x="-63634" y="3860385"/>
              <a:ext cx="569407" cy="569407"/>
            </a:xfrm>
            <a:prstGeom prst="rect">
              <a:avLst/>
            </a:prstGeom>
          </p:spPr>
        </p:pic>
        <p:pic>
          <p:nvPicPr>
            <p:cNvPr id="99" name="Graphic 98" descr="Badge 1 with solid fill">
              <a:extLst>
                <a:ext uri="{FF2B5EF4-FFF2-40B4-BE49-F238E27FC236}">
                  <a16:creationId xmlns:a16="http://schemas.microsoft.com/office/drawing/2014/main" id="{40E6E649-4B83-A1ED-6D4C-FCBE3EB41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548" y="2492863"/>
              <a:ext cx="470276" cy="457200"/>
            </a:xfrm>
            <a:prstGeom prst="rect">
              <a:avLst/>
            </a:prstGeom>
          </p:spPr>
        </p:pic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E774D488-A7C7-CFD6-908A-6B41341484E7}"/>
                </a:ext>
              </a:extLst>
            </p:cNvPr>
            <p:cNvSpPr/>
            <p:nvPr/>
          </p:nvSpPr>
          <p:spPr>
            <a:xfrm>
              <a:off x="522362" y="2580889"/>
              <a:ext cx="567290" cy="31746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EA8374E1-1F5E-FC0F-5FA0-FB6799534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70790" y="3057175"/>
              <a:ext cx="1578086" cy="28143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EFC7671-4D38-127B-44B4-0D1689477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252143" y="3084493"/>
              <a:ext cx="304208" cy="26495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3E17F6E-FD79-2353-990F-BE3EF8EAD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255557" y="3393979"/>
              <a:ext cx="302714" cy="242171"/>
            </a:xfrm>
            <a:prstGeom prst="rect">
              <a:avLst/>
            </a:prstGeom>
          </p:spPr>
        </p:pic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EF344182-3EDE-195F-B335-100ABC54824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763" y="3691330"/>
            <a:ext cx="4161022" cy="309409"/>
          </a:xfrm>
          <a:prstGeom prst="rect">
            <a:avLst/>
          </a:prstGeom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AC2CE71-059B-0748-5649-E834D4B242E2}"/>
              </a:ext>
            </a:extLst>
          </p:cNvPr>
          <p:cNvGrpSpPr/>
          <p:nvPr/>
        </p:nvGrpSpPr>
        <p:grpSpPr>
          <a:xfrm>
            <a:off x="5905536" y="2469905"/>
            <a:ext cx="5885936" cy="3178632"/>
            <a:chOff x="-63634" y="2492863"/>
            <a:chExt cx="5885936" cy="3178632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A35574C1-819E-116C-F70F-CC4C233D250C}"/>
                </a:ext>
              </a:extLst>
            </p:cNvPr>
            <p:cNvGrpSpPr/>
            <p:nvPr/>
          </p:nvGrpSpPr>
          <p:grpSpPr>
            <a:xfrm>
              <a:off x="487556" y="4529250"/>
              <a:ext cx="5334746" cy="1142245"/>
              <a:chOff x="422991" y="921909"/>
              <a:chExt cx="6341557" cy="1219780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E0862687-6868-1EE1-53A2-623BA149931E}"/>
                  </a:ext>
                </a:extLst>
              </p:cNvPr>
              <p:cNvGrpSpPr/>
              <p:nvPr/>
            </p:nvGrpSpPr>
            <p:grpSpPr>
              <a:xfrm>
                <a:off x="422991" y="921909"/>
                <a:ext cx="6341557" cy="1219780"/>
                <a:chOff x="447871" y="895739"/>
                <a:chExt cx="6341557" cy="1219780"/>
              </a:xfrm>
            </p:grpSpPr>
            <p:pic>
              <p:nvPicPr>
                <p:cNvPr id="129" name="Picture 128">
                  <a:extLst>
                    <a:ext uri="{FF2B5EF4-FFF2-40B4-BE49-F238E27FC236}">
                      <a16:creationId xmlns:a16="http://schemas.microsoft.com/office/drawing/2014/main" id="{6DCFA951-5098-C939-4342-FEE88974EE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71988" y="957855"/>
                  <a:ext cx="1664751" cy="716768"/>
                </a:xfrm>
                <a:prstGeom prst="rect">
                  <a:avLst/>
                </a:prstGeom>
              </p:spPr>
            </p:pic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359565A4-0511-A49C-259C-2F3A2E650603}"/>
                    </a:ext>
                  </a:extLst>
                </p:cNvPr>
                <p:cNvSpPr/>
                <p:nvPr/>
              </p:nvSpPr>
              <p:spPr>
                <a:xfrm>
                  <a:off x="447871" y="895739"/>
                  <a:ext cx="6341557" cy="1219780"/>
                </a:xfrm>
                <a:prstGeom prst="roundRect">
                  <a:avLst>
                    <a:gd name="adj" fmla="val 6667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128" name="Picture 127">
                <a:extLst>
                  <a:ext uri="{FF2B5EF4-FFF2-40B4-BE49-F238E27FC236}">
                    <a16:creationId xmlns:a16="http://schemas.microsoft.com/office/drawing/2014/main" id="{25251705-D4BD-D69E-9D1A-9B2CD48CA0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3780" y="1016838"/>
                <a:ext cx="1713093" cy="325976"/>
              </a:xfrm>
              <a:prstGeom prst="rect">
                <a:avLst/>
              </a:prstGeom>
            </p:spPr>
          </p:pic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8EFC1C72-7040-F2ED-90AB-9662F999B004}"/>
                </a:ext>
              </a:extLst>
            </p:cNvPr>
            <p:cNvGrpSpPr/>
            <p:nvPr/>
          </p:nvGrpSpPr>
          <p:grpSpPr>
            <a:xfrm>
              <a:off x="487556" y="2579152"/>
              <a:ext cx="5334746" cy="1480069"/>
              <a:chOff x="1408494" y="157010"/>
              <a:chExt cx="6093945" cy="1701305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FDC6B8A2-6DBE-7D53-A657-5E2D8B26BC2D}"/>
                  </a:ext>
                </a:extLst>
              </p:cNvPr>
              <p:cNvGrpSpPr/>
              <p:nvPr/>
            </p:nvGrpSpPr>
            <p:grpSpPr>
              <a:xfrm>
                <a:off x="1494242" y="157010"/>
                <a:ext cx="1968285" cy="338554"/>
                <a:chOff x="1514821" y="821294"/>
                <a:chExt cx="1968285" cy="338554"/>
              </a:xfrm>
            </p:grpSpPr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61676CBA-97D8-2C47-B1DB-48CD9F5B8811}"/>
                    </a:ext>
                  </a:extLst>
                </p:cNvPr>
                <p:cNvSpPr/>
                <p:nvPr/>
              </p:nvSpPr>
              <p:spPr>
                <a:xfrm>
                  <a:off x="2916841" y="892833"/>
                  <a:ext cx="557594" cy="260858"/>
                </a:xfrm>
                <a:prstGeom prst="roundRect">
                  <a:avLst/>
                </a:prstGeom>
                <a:solidFill>
                  <a:srgbClr val="95B8E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51A6422F-2356-B9F5-7BB0-FDE3F76A28A4}"/>
                    </a:ext>
                  </a:extLst>
                </p:cNvPr>
                <p:cNvSpPr txBox="1"/>
                <p:nvPr/>
              </p:nvSpPr>
              <p:spPr>
                <a:xfrm>
                  <a:off x="2908170" y="821294"/>
                  <a:ext cx="574936" cy="323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5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Copy</a:t>
                  </a:r>
                </a:p>
              </p:txBody>
            </p:sp>
            <p:grpSp>
              <p:nvGrpSpPr>
                <p:cNvPr id="122" name="Group 121">
                  <a:extLst>
                    <a:ext uri="{FF2B5EF4-FFF2-40B4-BE49-F238E27FC236}">
                      <a16:creationId xmlns:a16="http://schemas.microsoft.com/office/drawing/2014/main" id="{C6260001-B47C-0CFA-EEB5-0051B0A2C372}"/>
                    </a:ext>
                  </a:extLst>
                </p:cNvPr>
                <p:cNvGrpSpPr/>
                <p:nvPr/>
              </p:nvGrpSpPr>
              <p:grpSpPr>
                <a:xfrm>
                  <a:off x="1514821" y="843948"/>
                  <a:ext cx="557105" cy="307777"/>
                  <a:chOff x="1719665" y="571643"/>
                  <a:chExt cx="557105" cy="307777"/>
                </a:xfrm>
              </p:grpSpPr>
              <p:sp>
                <p:nvSpPr>
                  <p:cNvPr id="125" name="Rectangle: Rounded Corners 124">
                    <a:extLst>
                      <a:ext uri="{FF2B5EF4-FFF2-40B4-BE49-F238E27FC236}">
                        <a16:creationId xmlns:a16="http://schemas.microsoft.com/office/drawing/2014/main" id="{07FEE932-A0C7-B6A3-4609-FB5F2BDF5760}"/>
                      </a:ext>
                    </a:extLst>
                  </p:cNvPr>
                  <p:cNvSpPr/>
                  <p:nvPr/>
                </p:nvSpPr>
                <p:spPr>
                  <a:xfrm>
                    <a:off x="1728996" y="620527"/>
                    <a:ext cx="547774" cy="248389"/>
                  </a:xfrm>
                  <a:prstGeom prst="roundRect">
                    <a:avLst/>
                  </a:prstGeom>
                  <a:solidFill>
                    <a:srgbClr val="95B8E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3EA6E05C-65F8-33DF-DD1E-8160E35FCBA8}"/>
                      </a:ext>
                    </a:extLst>
                  </p:cNvPr>
                  <p:cNvSpPr txBox="1"/>
                  <p:nvPr/>
                </p:nvSpPr>
                <p:spPr>
                  <a:xfrm>
                    <a:off x="1719665" y="571643"/>
                    <a:ext cx="54777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th-TH" sz="14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เพิ่ม</a:t>
                    </a:r>
                    <a:endParaRPr lang="en-US" sz="1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endParaRPr>
                  </a:p>
                </p:txBody>
              </p:sp>
            </p:grp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BD17C6ED-87E5-7F39-6B02-29DA5C0D59AC}"/>
                    </a:ext>
                  </a:extLst>
                </p:cNvPr>
                <p:cNvSpPr/>
                <p:nvPr/>
              </p:nvSpPr>
              <p:spPr>
                <a:xfrm>
                  <a:off x="2227966" y="895990"/>
                  <a:ext cx="547774" cy="248389"/>
                </a:xfrm>
                <a:prstGeom prst="roundRect">
                  <a:avLst/>
                </a:prstGeom>
                <a:solidFill>
                  <a:srgbClr val="95B8E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371BE645-5B08-BED6-6DCE-AEC99BAB08F3}"/>
                    </a:ext>
                  </a:extLst>
                </p:cNvPr>
                <p:cNvSpPr txBox="1"/>
                <p:nvPr/>
              </p:nvSpPr>
              <p:spPr>
                <a:xfrm>
                  <a:off x="2210929" y="821294"/>
                  <a:ext cx="56481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th-TH" sz="16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ลด</a:t>
                  </a:r>
                  <a:endParaRPr lang="en-US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B30D8BC3-F1CC-8857-0F1A-6B43F284AF07}"/>
                  </a:ext>
                </a:extLst>
              </p:cNvPr>
              <p:cNvGrpSpPr/>
              <p:nvPr/>
            </p:nvGrpSpPr>
            <p:grpSpPr>
              <a:xfrm>
                <a:off x="1408494" y="638535"/>
                <a:ext cx="6093945" cy="1219780"/>
                <a:chOff x="447871" y="895739"/>
                <a:chExt cx="6093945" cy="1219780"/>
              </a:xfrm>
            </p:grpSpPr>
            <p:pic>
              <p:nvPicPr>
                <p:cNvPr id="118" name="Picture 117">
                  <a:extLst>
                    <a:ext uri="{FF2B5EF4-FFF2-40B4-BE49-F238E27FC236}">
                      <a16:creationId xmlns:a16="http://schemas.microsoft.com/office/drawing/2014/main" id="{F6E2722C-D93A-39C0-AFB8-CCE849ED05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71988" y="957855"/>
                  <a:ext cx="1664751" cy="716768"/>
                </a:xfrm>
                <a:prstGeom prst="rect">
                  <a:avLst/>
                </a:prstGeom>
              </p:spPr>
            </p:pic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AB946780-067A-511D-0234-6035F0EFB4BE}"/>
                    </a:ext>
                  </a:extLst>
                </p:cNvPr>
                <p:cNvSpPr/>
                <p:nvPr/>
              </p:nvSpPr>
              <p:spPr>
                <a:xfrm>
                  <a:off x="447871" y="895739"/>
                  <a:ext cx="6093945" cy="1219780"/>
                </a:xfrm>
                <a:prstGeom prst="roundRect">
                  <a:avLst>
                    <a:gd name="adj" fmla="val 6667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108" name="Graphic 107" descr="Line arrow: Clockwise curve with solid fill">
              <a:extLst>
                <a:ext uri="{FF2B5EF4-FFF2-40B4-BE49-F238E27FC236}">
                  <a16:creationId xmlns:a16="http://schemas.microsoft.com/office/drawing/2014/main" id="{BC27924F-1554-27FB-B58E-815F316CB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62732" flipV="1">
              <a:off x="-63634" y="3860385"/>
              <a:ext cx="569407" cy="569407"/>
            </a:xfrm>
            <a:prstGeom prst="rect">
              <a:avLst/>
            </a:prstGeom>
          </p:spPr>
        </p:pic>
        <p:pic>
          <p:nvPicPr>
            <p:cNvPr id="109" name="Graphic 108" descr="Badge 1 with solid fill">
              <a:extLst>
                <a:ext uri="{FF2B5EF4-FFF2-40B4-BE49-F238E27FC236}">
                  <a16:creationId xmlns:a16="http://schemas.microsoft.com/office/drawing/2014/main" id="{B70A333E-E6F8-1963-F486-D59327479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548" y="2492863"/>
              <a:ext cx="470276" cy="457200"/>
            </a:xfrm>
            <a:prstGeom prst="rect">
              <a:avLst/>
            </a:prstGeom>
          </p:spPr>
        </p:pic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7C79B441-387E-872C-CC31-59B6425B9E53}"/>
                </a:ext>
              </a:extLst>
            </p:cNvPr>
            <p:cNvSpPr/>
            <p:nvPr/>
          </p:nvSpPr>
          <p:spPr>
            <a:xfrm>
              <a:off x="1742279" y="2590643"/>
              <a:ext cx="567290" cy="31746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3D5F23FE-E861-160D-38EE-74A8DF817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70790" y="3057175"/>
              <a:ext cx="1578086" cy="281434"/>
            </a:xfrm>
            <a:prstGeom prst="rect">
              <a:avLst/>
            </a:prstGeom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4890E830-14DF-CE22-454C-F3AF6D045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252143" y="3084493"/>
              <a:ext cx="304208" cy="264956"/>
            </a:xfrm>
            <a:prstGeom prst="rect">
              <a:avLst/>
            </a:prstGeom>
          </p:spPr>
        </p:pic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B7E2F770-5967-DF3D-CA80-2F1C4D8F3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137546" y="4627546"/>
              <a:ext cx="304208" cy="264956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6FA07888-2911-FE6B-5FFA-4F9AA4E0F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255557" y="3393979"/>
              <a:ext cx="302714" cy="242171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AD46AD9A-3FE4-874C-33FA-E851585A0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129603" y="4984609"/>
              <a:ext cx="302714" cy="242171"/>
            </a:xfrm>
            <a:prstGeom prst="rect">
              <a:avLst/>
            </a:prstGeom>
          </p:spPr>
        </p:pic>
      </p:grpSp>
      <p:pic>
        <p:nvPicPr>
          <p:cNvPr id="131" name="Picture 130">
            <a:extLst>
              <a:ext uri="{FF2B5EF4-FFF2-40B4-BE49-F238E27FC236}">
                <a16:creationId xmlns:a16="http://schemas.microsoft.com/office/drawing/2014/main" id="{FBEB5D00-7B5A-4C81-1F55-9077539AD33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7933" y="3668372"/>
            <a:ext cx="4161022" cy="309409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9ECF9FBA-AB99-117A-8A6B-5C715FEC7D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7933" y="5273642"/>
            <a:ext cx="4161022" cy="309409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57239CFE-942F-2C79-7148-72F8B32AE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63" y="5300468"/>
            <a:ext cx="4183331" cy="287796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17E84E7-BD77-6632-BA1A-AE2CC30A22A4}"/>
              </a:ext>
            </a:extLst>
          </p:cNvPr>
          <p:cNvCxnSpPr/>
          <p:nvPr/>
        </p:nvCxnSpPr>
        <p:spPr>
          <a:xfrm>
            <a:off x="-5444" y="2015412"/>
            <a:ext cx="12192000" cy="0"/>
          </a:xfrm>
          <a:prstGeom prst="line">
            <a:avLst/>
          </a:prstGeom>
          <a:ln w="381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2E82FC9-39E6-F371-5D70-2AED8CFEDDFF}"/>
              </a:ext>
            </a:extLst>
          </p:cNvPr>
          <p:cNvCxnSpPr>
            <a:cxnSpLocks/>
          </p:cNvCxnSpPr>
          <p:nvPr/>
        </p:nvCxnSpPr>
        <p:spPr>
          <a:xfrm rot="16200000">
            <a:off x="3770503" y="4349819"/>
            <a:ext cx="4389120" cy="0"/>
          </a:xfrm>
          <a:prstGeom prst="line">
            <a:avLst/>
          </a:prstGeom>
          <a:ln w="3810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AC95FF2A-E12C-453A-D880-EC91A496A84B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การระบุจำนวนสีของแต่ละ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  <a:endParaRPr lang="en-US" sz="2400" b="1" dirty="0">
              <a:solidFill>
                <a:srgbClr val="7030A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91911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A64F47-88B6-788F-8C55-17DE986B5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9CCAC709-A42F-8135-E4F1-43B082114457}"/>
              </a:ext>
            </a:extLst>
          </p:cNvPr>
          <p:cNvGrpSpPr/>
          <p:nvPr/>
        </p:nvGrpSpPr>
        <p:grpSpPr>
          <a:xfrm>
            <a:off x="419442" y="709126"/>
            <a:ext cx="11407734" cy="2359474"/>
            <a:chOff x="277417" y="1362527"/>
            <a:chExt cx="11637166" cy="2101489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9BE2F8F-4798-B888-CDC9-6054B8F3B456}"/>
                </a:ext>
              </a:extLst>
            </p:cNvPr>
            <p:cNvGrpSpPr/>
            <p:nvPr/>
          </p:nvGrpSpPr>
          <p:grpSpPr>
            <a:xfrm>
              <a:off x="277417" y="1362527"/>
              <a:ext cx="11637166" cy="2101489"/>
              <a:chOff x="233263" y="989303"/>
              <a:chExt cx="11637166" cy="2101489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4B2873D-2769-49B5-C4B0-42C294611D6C}"/>
                  </a:ext>
                </a:extLst>
              </p:cNvPr>
              <p:cNvGrpSpPr/>
              <p:nvPr/>
            </p:nvGrpSpPr>
            <p:grpSpPr>
              <a:xfrm>
                <a:off x="289249" y="989303"/>
                <a:ext cx="11492205" cy="1996493"/>
                <a:chOff x="289249" y="989303"/>
                <a:chExt cx="11492205" cy="1996493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32E554AD-73DC-6B36-6F6B-AAA9F90484F7}"/>
                    </a:ext>
                  </a:extLst>
                </p:cNvPr>
                <p:cNvGrpSpPr/>
                <p:nvPr/>
              </p:nvGrpSpPr>
              <p:grpSpPr>
                <a:xfrm>
                  <a:off x="289249" y="989303"/>
                  <a:ext cx="11492205" cy="1996493"/>
                  <a:chOff x="289249" y="989303"/>
                  <a:chExt cx="11492205" cy="1996493"/>
                </a:xfrm>
              </p:grpSpPr>
              <p:pic>
                <p:nvPicPr>
                  <p:cNvPr id="46" name="Picture 45">
                    <a:extLst>
                      <a:ext uri="{FF2B5EF4-FFF2-40B4-BE49-F238E27FC236}">
                        <a16:creationId xmlns:a16="http://schemas.microsoft.com/office/drawing/2014/main" id="{84C49DC9-1788-B3D9-E97A-3DED4BFC199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 l="697" t="5422" r="458" b="5964"/>
                  <a:stretch/>
                </p:blipFill>
                <p:spPr>
                  <a:xfrm>
                    <a:off x="406071" y="1397929"/>
                    <a:ext cx="11224727" cy="970383"/>
                  </a:xfrm>
                  <a:prstGeom prst="rect">
                    <a:avLst/>
                  </a:prstGeom>
                </p:spPr>
              </p:pic>
              <p:pic>
                <p:nvPicPr>
                  <p:cNvPr id="47" name="Picture 46">
                    <a:extLst>
                      <a:ext uri="{FF2B5EF4-FFF2-40B4-BE49-F238E27FC236}">
                        <a16:creationId xmlns:a16="http://schemas.microsoft.com/office/drawing/2014/main" id="{08B8B21A-877B-6A30-2979-9E782D1B4CF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10546" y="2564430"/>
                    <a:ext cx="4068148" cy="285969"/>
                  </a:xfrm>
                  <a:prstGeom prst="rect">
                    <a:avLst/>
                  </a:prstGeom>
                </p:spPr>
              </p:pic>
              <p:sp>
                <p:nvSpPr>
                  <p:cNvPr id="48" name="Rectangle: Rounded Corners 47">
                    <a:extLst>
                      <a:ext uri="{FF2B5EF4-FFF2-40B4-BE49-F238E27FC236}">
                        <a16:creationId xmlns:a16="http://schemas.microsoft.com/office/drawing/2014/main" id="{D88024E9-37B9-937D-B731-8E64ECC0282E}"/>
                      </a:ext>
                    </a:extLst>
                  </p:cNvPr>
                  <p:cNvSpPr/>
                  <p:nvPr/>
                </p:nvSpPr>
                <p:spPr>
                  <a:xfrm>
                    <a:off x="289249" y="989303"/>
                    <a:ext cx="11492205" cy="1996493"/>
                  </a:xfrm>
                  <a:prstGeom prst="roundRect">
                    <a:avLst>
                      <a:gd name="adj" fmla="val 4167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677D2609-55DA-5700-EB6D-F0F9329E76A6}"/>
                    </a:ext>
                  </a:extLst>
                </p:cNvPr>
                <p:cNvSpPr/>
                <p:nvPr/>
              </p:nvSpPr>
              <p:spPr>
                <a:xfrm>
                  <a:off x="370259" y="1373774"/>
                  <a:ext cx="3921823" cy="1055259"/>
                </a:xfrm>
                <a:prstGeom prst="roundRect">
                  <a:avLst>
                    <a:gd name="adj" fmla="val 4167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A5C0E174-D2FC-62B9-86A4-D0F20444536B}"/>
                    </a:ext>
                  </a:extLst>
                </p:cNvPr>
                <p:cNvSpPr/>
                <p:nvPr/>
              </p:nvSpPr>
              <p:spPr>
                <a:xfrm>
                  <a:off x="4292082" y="1369727"/>
                  <a:ext cx="3191070" cy="1055259"/>
                </a:xfrm>
                <a:prstGeom prst="roundRect">
                  <a:avLst>
                    <a:gd name="adj" fmla="val 4167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842C68CC-0C94-2D56-FF7B-F7623F9CC7E4}"/>
                    </a:ext>
                  </a:extLst>
                </p:cNvPr>
                <p:cNvSpPr/>
                <p:nvPr/>
              </p:nvSpPr>
              <p:spPr>
                <a:xfrm>
                  <a:off x="7483152" y="1373773"/>
                  <a:ext cx="961052" cy="1055259"/>
                </a:xfrm>
                <a:prstGeom prst="roundRect">
                  <a:avLst>
                    <a:gd name="adj" fmla="val 4167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7AFE676F-03CC-F60A-434A-BC4503FF29E0}"/>
                    </a:ext>
                  </a:extLst>
                </p:cNvPr>
                <p:cNvSpPr/>
                <p:nvPr/>
              </p:nvSpPr>
              <p:spPr>
                <a:xfrm>
                  <a:off x="8444204" y="1361161"/>
                  <a:ext cx="914400" cy="1055259"/>
                </a:xfrm>
                <a:prstGeom prst="roundRect">
                  <a:avLst>
                    <a:gd name="adj" fmla="val 4167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D4FE547E-94CB-0272-FA4B-2BE70FECCF2B}"/>
                    </a:ext>
                  </a:extLst>
                </p:cNvPr>
                <p:cNvSpPr/>
                <p:nvPr/>
              </p:nvSpPr>
              <p:spPr>
                <a:xfrm>
                  <a:off x="9358604" y="1361160"/>
                  <a:ext cx="914400" cy="1055259"/>
                </a:xfrm>
                <a:prstGeom prst="roundRect">
                  <a:avLst>
                    <a:gd name="adj" fmla="val 4167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23EF564C-AA52-C770-68CF-E32565B70C2F}"/>
                    </a:ext>
                  </a:extLst>
                </p:cNvPr>
                <p:cNvSpPr/>
                <p:nvPr/>
              </p:nvSpPr>
              <p:spPr>
                <a:xfrm>
                  <a:off x="10273004" y="1364441"/>
                  <a:ext cx="1402556" cy="1055259"/>
                </a:xfrm>
                <a:prstGeom prst="roundRect">
                  <a:avLst>
                    <a:gd name="adj" fmla="val 4167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7F6C3C88-3D13-2A74-5D53-A0B537DEEC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-4674" b="100000"/>
              <a:stretch/>
            </p:blipFill>
            <p:spPr>
              <a:xfrm>
                <a:off x="233263" y="2985796"/>
                <a:ext cx="11637166" cy="104996"/>
              </a:xfrm>
              <a:prstGeom prst="rect">
                <a:avLst/>
              </a:prstGeom>
            </p:spPr>
          </p:pic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9FB93E1C-7F3B-6C4E-095E-218465812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6392" y="1386098"/>
              <a:ext cx="1249788" cy="327688"/>
            </a:xfrm>
            <a:prstGeom prst="rect">
              <a:avLst/>
            </a:prstGeom>
          </p:spPr>
        </p:pic>
      </p:grpSp>
      <p:pic>
        <p:nvPicPr>
          <p:cNvPr id="52" name="Graphic 51" descr="Arrow: Clockwise curve with solid fill">
            <a:extLst>
              <a:ext uri="{FF2B5EF4-FFF2-40B4-BE49-F238E27FC236}">
                <a16:creationId xmlns:a16="http://schemas.microsoft.com/office/drawing/2014/main" id="{2CA32D74-CED7-3E46-A2F0-FF62404EDA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4878602" flipH="1" flipV="1">
            <a:off x="5845293" y="1888207"/>
            <a:ext cx="1264668" cy="2200211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A711FF04-3975-64E0-D45E-7BEFC278C7D7}"/>
              </a:ext>
            </a:extLst>
          </p:cNvPr>
          <p:cNvSpPr/>
          <p:nvPr/>
        </p:nvSpPr>
        <p:spPr>
          <a:xfrm>
            <a:off x="7526397" y="1136252"/>
            <a:ext cx="896372" cy="1175187"/>
          </a:xfrm>
          <a:prstGeom prst="rect">
            <a:avLst/>
          </a:prstGeom>
          <a:noFill/>
          <a:ln w="57150">
            <a:solidFill>
              <a:srgbClr val="97BA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6F01D5-644B-7A12-538C-B24E4092B60B}"/>
              </a:ext>
            </a:extLst>
          </p:cNvPr>
          <p:cNvSpPr txBox="1"/>
          <p:nvPr/>
        </p:nvSpPr>
        <p:spPr>
          <a:xfrm>
            <a:off x="-134967" y="6318227"/>
            <a:ext cx="6612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*** ทุก </a:t>
            </a:r>
            <a:r>
              <a:rPr lang="en-US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Process </a:t>
            </a:r>
            <a:r>
              <a:rPr lang="th-TH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เหมือนกันทุก </a:t>
            </a:r>
            <a:r>
              <a:rPr lang="en-US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  <a:r>
              <a:rPr lang="th-TH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ยกเว้น</a:t>
            </a:r>
            <a:r>
              <a:rPr lang="th-TH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Foil Stamp / Emboss /Deboss</a:t>
            </a:r>
            <a:r>
              <a:rPr lang="th-TH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ต้องระบุ </a:t>
            </a:r>
            <a:r>
              <a:rPr lang="en-US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  <a:r>
              <a:rPr lang="th-TH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ที่ทำร่วมกัน</a:t>
            </a:r>
            <a:endParaRPr lang="en-US" dirty="0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BBDB15-0FE6-2492-299A-4EDC0EACCCA4}"/>
              </a:ext>
            </a:extLst>
          </p:cNvPr>
          <p:cNvSpPr/>
          <p:nvPr/>
        </p:nvSpPr>
        <p:spPr>
          <a:xfrm>
            <a:off x="8474673" y="1136252"/>
            <a:ext cx="890200" cy="1175187"/>
          </a:xfrm>
          <a:prstGeom prst="rect">
            <a:avLst/>
          </a:prstGeom>
          <a:noFill/>
          <a:ln w="57150">
            <a:solidFill>
              <a:srgbClr val="B4ED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Graphic 23" descr="Arrow: Clockwise curve with solid fill">
            <a:extLst>
              <a:ext uri="{FF2B5EF4-FFF2-40B4-BE49-F238E27FC236}">
                <a16:creationId xmlns:a16="http://schemas.microsoft.com/office/drawing/2014/main" id="{9B198751-86ED-EA1C-A63A-22250D2968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808187" flipV="1">
            <a:off x="7546617" y="2094849"/>
            <a:ext cx="1050923" cy="182834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4CC61E04-CC83-97FB-8652-8B0A8F7BC68E}"/>
              </a:ext>
            </a:extLst>
          </p:cNvPr>
          <p:cNvGrpSpPr/>
          <p:nvPr/>
        </p:nvGrpSpPr>
        <p:grpSpPr>
          <a:xfrm>
            <a:off x="4540821" y="3932558"/>
            <a:ext cx="3551168" cy="2116510"/>
            <a:chOff x="0" y="0"/>
            <a:chExt cx="2946919" cy="177826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0B52D93-DFC6-4165-92A9-19D63665EA72}"/>
                </a:ext>
              </a:extLst>
            </p:cNvPr>
            <p:cNvSpPr/>
            <p:nvPr/>
          </p:nvSpPr>
          <p:spPr>
            <a:xfrm>
              <a:off x="0" y="0"/>
              <a:ext cx="2946919" cy="1329612"/>
            </a:xfrm>
            <a:prstGeom prst="roundRect">
              <a:avLst>
                <a:gd name="adj" fmla="val 7521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4B1FB4E-0961-0699-1ED2-D03312492F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2580" t="5516" r="1980" b="8999"/>
            <a:stretch/>
          </p:blipFill>
          <p:spPr>
            <a:xfrm>
              <a:off x="54429" y="31101"/>
              <a:ext cx="2589245" cy="723123"/>
            </a:xfrm>
            <a:prstGeom prst="rect">
              <a:avLst/>
            </a:prstGeom>
            <a:ln>
              <a:noFill/>
            </a:ln>
          </p:spPr>
        </p:pic>
        <p:sp>
          <p:nvSpPr>
            <p:cNvPr id="28" name="TextBox 120">
              <a:extLst>
                <a:ext uri="{FF2B5EF4-FFF2-40B4-BE49-F238E27FC236}">
                  <a16:creationId xmlns:a16="http://schemas.microsoft.com/office/drawing/2014/main" id="{0E784264-D8FA-49C6-8A14-D883B98C3D91}"/>
                </a:ext>
              </a:extLst>
            </p:cNvPr>
            <p:cNvSpPr txBox="1"/>
            <p:nvPr/>
          </p:nvSpPr>
          <p:spPr>
            <a:xfrm>
              <a:off x="847530" y="622041"/>
              <a:ext cx="678180" cy="24554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F</a:t>
              </a:r>
              <a:r>
                <a:rPr lang="en-US" sz="1600" b="1" baseline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Code</a:t>
              </a:r>
              <a:endParaRPr lang="en-US" sz="1600" b="1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C193E9D-866B-4155-B48E-11E6B9CF7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415850" y="683530"/>
              <a:ext cx="413577" cy="241756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5359AC4-2BB5-4F8B-8487-93C731D28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431401" y="937158"/>
              <a:ext cx="406659" cy="217608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DE867A0-9C97-FE98-CABB-8DACF29AF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46245" y="692021"/>
              <a:ext cx="967824" cy="22862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D3CF5B33-C8EA-4972-8AAB-FCD1CB1EB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50911" y="937727"/>
              <a:ext cx="967824" cy="228620"/>
            </a:xfrm>
            <a:prstGeom prst="rect">
              <a:avLst/>
            </a:prstGeom>
          </p:spPr>
        </p:pic>
        <p:sp>
          <p:nvSpPr>
            <p:cNvPr id="36" name="TextBox 45">
              <a:extLst>
                <a:ext uri="{FF2B5EF4-FFF2-40B4-BE49-F238E27FC236}">
                  <a16:creationId xmlns:a16="http://schemas.microsoft.com/office/drawing/2014/main" id="{1236556E-A23A-4DF6-B1E9-6AC630F2F933}"/>
                </a:ext>
              </a:extLst>
            </p:cNvPr>
            <p:cNvSpPr txBox="1"/>
            <p:nvPr/>
          </p:nvSpPr>
          <p:spPr>
            <a:xfrm>
              <a:off x="917510" y="1452000"/>
              <a:ext cx="2019777" cy="32626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 rtlCol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Drop down </a:t>
              </a:r>
              <a:r>
                <a:rPr lang="th-TH" sz="16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จากการกรอกยอด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D456F4A-6946-45B3-8D98-B1CF537E2B9F}"/>
                </a:ext>
              </a:extLst>
            </p:cNvPr>
            <p:cNvSpPr/>
            <p:nvPr/>
          </p:nvSpPr>
          <p:spPr>
            <a:xfrm>
              <a:off x="1412715" y="676469"/>
              <a:ext cx="1013244" cy="544285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10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90BD32FD-B2B1-4EE0-8CD5-694EBBDA6CF7}"/>
                </a:ext>
              </a:extLst>
            </p:cNvPr>
            <p:cNvCxnSpPr>
              <a:stCxn id="36" idx="0"/>
              <a:endCxn id="50" idx="2"/>
            </p:cNvCxnSpPr>
            <p:nvPr/>
          </p:nvCxnSpPr>
          <p:spPr>
            <a:xfrm flipH="1" flipV="1">
              <a:off x="1919337" y="1220754"/>
              <a:ext cx="8062" cy="2312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B00CD0-65E6-F51C-551C-A639413D69E3}"/>
              </a:ext>
            </a:extLst>
          </p:cNvPr>
          <p:cNvGrpSpPr/>
          <p:nvPr/>
        </p:nvGrpSpPr>
        <p:grpSpPr>
          <a:xfrm>
            <a:off x="419571" y="3370824"/>
            <a:ext cx="3902395" cy="2626117"/>
            <a:chOff x="980777" y="3249557"/>
            <a:chExt cx="3902395" cy="2626117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86974DE0-3AB2-E02D-C157-DEDB8EDC9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80777" y="3249557"/>
              <a:ext cx="3807383" cy="2058540"/>
            </a:xfrm>
            <a:prstGeom prst="rect">
              <a:avLst/>
            </a:prstGeom>
            <a:ln>
              <a:noFill/>
            </a:ln>
          </p:spPr>
        </p:pic>
        <p:sp>
          <p:nvSpPr>
            <p:cNvPr id="55" name="TextBox 45">
              <a:extLst>
                <a:ext uri="{FF2B5EF4-FFF2-40B4-BE49-F238E27FC236}">
                  <a16:creationId xmlns:a16="http://schemas.microsoft.com/office/drawing/2014/main" id="{659E5DE6-D5D8-BF99-D205-B8AD56968323}"/>
                </a:ext>
              </a:extLst>
            </p:cNvPr>
            <p:cNvSpPr txBox="1"/>
            <p:nvPr/>
          </p:nvSpPr>
          <p:spPr>
            <a:xfrm>
              <a:off x="2449251" y="5487347"/>
              <a:ext cx="2433921" cy="38832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 rtlCol="0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Drop down </a:t>
              </a:r>
              <a:r>
                <a:rPr lang="th-TH" sz="16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จากการกรอกยอด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A3E2122-CE68-AB7C-50CC-2D83EC049236}"/>
                </a:ext>
              </a:extLst>
            </p:cNvPr>
            <p:cNvSpPr/>
            <p:nvPr/>
          </p:nvSpPr>
          <p:spPr>
            <a:xfrm>
              <a:off x="3079102" y="4564303"/>
              <a:ext cx="1159904" cy="647813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10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6DB5D715-CF29-8282-F092-C452D86218FD}"/>
                </a:ext>
              </a:extLst>
            </p:cNvPr>
            <p:cNvCxnSpPr>
              <a:cxnSpLocks/>
              <a:stCxn id="55" idx="0"/>
              <a:endCxn id="56" idx="2"/>
            </p:cNvCxnSpPr>
            <p:nvPr/>
          </p:nvCxnSpPr>
          <p:spPr>
            <a:xfrm flipH="1" flipV="1">
              <a:off x="3659054" y="5212116"/>
              <a:ext cx="7158" cy="2752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8ADB6C51-6FA8-36B9-050D-F57C5F8664AE}"/>
              </a:ext>
            </a:extLst>
          </p:cNvPr>
          <p:cNvSpPr/>
          <p:nvPr/>
        </p:nvSpPr>
        <p:spPr>
          <a:xfrm>
            <a:off x="9422640" y="1138094"/>
            <a:ext cx="838604" cy="1175187"/>
          </a:xfrm>
          <a:prstGeom prst="rect">
            <a:avLst/>
          </a:prstGeom>
          <a:noFill/>
          <a:ln w="57150">
            <a:solidFill>
              <a:srgbClr val="FDDF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Graphic 58" descr="Arrow: Clockwise curve with solid fill">
            <a:extLst>
              <a:ext uri="{FF2B5EF4-FFF2-40B4-BE49-F238E27FC236}">
                <a16:creationId xmlns:a16="http://schemas.microsoft.com/office/drawing/2014/main" id="{9B1A8FDD-179D-FECA-02B4-436F3F0F266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20845217" flipV="1">
            <a:off x="9199487" y="2189102"/>
            <a:ext cx="1050923" cy="1828348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1DE12331-A965-5F5A-D492-C338B899506F}"/>
              </a:ext>
            </a:extLst>
          </p:cNvPr>
          <p:cNvGrpSpPr/>
          <p:nvPr/>
        </p:nvGrpSpPr>
        <p:grpSpPr>
          <a:xfrm>
            <a:off x="8452066" y="3916834"/>
            <a:ext cx="3547160" cy="2124927"/>
            <a:chOff x="0" y="0"/>
            <a:chExt cx="3001347" cy="1809371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6A7B9A8-F94C-4258-B5D3-9299EC14B0B5}"/>
                </a:ext>
              </a:extLst>
            </p:cNvPr>
            <p:cNvGrpSpPr/>
            <p:nvPr/>
          </p:nvGrpSpPr>
          <p:grpSpPr>
            <a:xfrm>
              <a:off x="0" y="0"/>
              <a:ext cx="3001347" cy="1809371"/>
              <a:chOff x="0" y="0"/>
              <a:chExt cx="3001347" cy="1809371"/>
            </a:xfrm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F7206AC7-1AFB-F0DF-5D86-2EDAFBF44462}"/>
                  </a:ext>
                </a:extLst>
              </p:cNvPr>
              <p:cNvSpPr/>
              <p:nvPr/>
            </p:nvSpPr>
            <p:spPr>
              <a:xfrm>
                <a:off x="0" y="0"/>
                <a:ext cx="3001347" cy="1360715"/>
              </a:xfrm>
              <a:prstGeom prst="roundRect">
                <a:avLst>
                  <a:gd name="adj" fmla="val 7521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16F370A6-841E-483C-FFF4-2B9523B9EC8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/>
              <a:srcRect l="2580" t="5516" r="1980" b="8999"/>
              <a:stretch/>
            </p:blipFill>
            <p:spPr>
              <a:xfrm>
                <a:off x="108857" y="62204"/>
                <a:ext cx="2589245" cy="723123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65" name="TextBox 137">
                <a:extLst>
                  <a:ext uri="{FF2B5EF4-FFF2-40B4-BE49-F238E27FC236}">
                    <a16:creationId xmlns:a16="http://schemas.microsoft.com/office/drawing/2014/main" id="{B63953C4-DF93-D735-D526-F91DFFF4D36C}"/>
                  </a:ext>
                </a:extLst>
              </p:cNvPr>
              <p:cNvSpPr txBox="1"/>
              <p:nvPr/>
            </p:nvSpPr>
            <p:spPr>
              <a:xfrm>
                <a:off x="901958" y="653144"/>
                <a:ext cx="678180" cy="24554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b="1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</a:t>
                </a:r>
                <a:r>
                  <a:rPr lang="en-US" sz="1600" b="1" baseline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Code</a:t>
                </a:r>
                <a:endParaRPr lang="en-US" sz="1600" b="1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BD195C8A-A3D6-A36D-BED1-75FDF8ED18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70278" y="714633"/>
                <a:ext cx="413577" cy="241756"/>
              </a:xfrm>
              <a:prstGeom prst="rect">
                <a:avLst/>
              </a:prstGeom>
            </p:spPr>
          </p:pic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86D35F27-F5A5-8075-11AC-289F8E908B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85829" y="968261"/>
                <a:ext cx="406659" cy="217608"/>
              </a:xfrm>
              <a:prstGeom prst="rect">
                <a:avLst/>
              </a:prstGeom>
            </p:spPr>
          </p:pic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422CB98E-3B08-B895-7B25-41BE039C20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00673" y="723124"/>
                <a:ext cx="967824" cy="228620"/>
              </a:xfrm>
              <a:prstGeom prst="rect">
                <a:avLst/>
              </a:prstGeom>
            </p:spPr>
          </p:pic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D4A46538-13A0-743A-FAB7-F493D6F5E8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05339" y="968830"/>
                <a:ext cx="967824" cy="228620"/>
              </a:xfrm>
              <a:prstGeom prst="rect">
                <a:avLst/>
              </a:prstGeom>
            </p:spPr>
          </p:pic>
          <p:sp>
            <p:nvSpPr>
              <p:cNvPr id="70" name="TextBox 45">
                <a:extLst>
                  <a:ext uri="{FF2B5EF4-FFF2-40B4-BE49-F238E27FC236}">
                    <a16:creationId xmlns:a16="http://schemas.microsoft.com/office/drawing/2014/main" id="{458E7DFE-2F56-39C1-427E-93E54D7DDC5C}"/>
                  </a:ext>
                </a:extLst>
              </p:cNvPr>
              <p:cNvSpPr txBox="1"/>
              <p:nvPr/>
            </p:nvSpPr>
            <p:spPr>
              <a:xfrm>
                <a:off x="971938" y="1483103"/>
                <a:ext cx="2019777" cy="32626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square" rtlCol="0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60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Drop down </a:t>
                </a:r>
                <a:r>
                  <a:rPr lang="th-TH" sz="160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จากการกรอกยอด</a:t>
                </a: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4FCC127A-8351-831D-15E7-C7E1CD7EBBD8}"/>
                  </a:ext>
                </a:extLst>
              </p:cNvPr>
              <p:cNvSpPr/>
              <p:nvPr/>
            </p:nvSpPr>
            <p:spPr>
              <a:xfrm>
                <a:off x="1467143" y="707572"/>
                <a:ext cx="1013244" cy="544285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US" sz="1100"/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1DA49AFB-9743-EC56-1C35-2A3E5CB8C732}"/>
                  </a:ext>
                </a:extLst>
              </p:cNvPr>
              <p:cNvCxnSpPr>
                <a:stCxn id="70" idx="0"/>
                <a:endCxn id="71" idx="2"/>
              </p:cNvCxnSpPr>
              <p:nvPr/>
            </p:nvCxnSpPr>
            <p:spPr>
              <a:xfrm flipH="1" flipV="1">
                <a:off x="1973765" y="1251857"/>
                <a:ext cx="8062" cy="2312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747B56FB-C2B8-CBF5-96F5-0E5F4A93EB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/>
            <a:srcRect b="20766"/>
            <a:stretch/>
          </p:blipFill>
          <p:spPr>
            <a:xfrm>
              <a:off x="147735" y="69979"/>
              <a:ext cx="2511489" cy="583162"/>
            </a:xfrm>
            <a:prstGeom prst="rect">
              <a:avLst/>
            </a:prstGeom>
          </p:spPr>
        </p:pic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B8D3E203-CEA9-2F47-B244-AB9A3DE0F883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การระบุ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Spec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ของทุก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  <a:endParaRPr lang="en-US" sz="2400" b="1" dirty="0">
              <a:solidFill>
                <a:srgbClr val="7030A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50583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599593-7C14-AE11-E047-1BA12687E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42" y="3220618"/>
            <a:ext cx="11394672" cy="249658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FA24AAE-9AD6-093D-42A9-5EDBBF1882CB}"/>
              </a:ext>
            </a:extLst>
          </p:cNvPr>
          <p:cNvGrpSpPr/>
          <p:nvPr/>
        </p:nvGrpSpPr>
        <p:grpSpPr>
          <a:xfrm>
            <a:off x="419442" y="709126"/>
            <a:ext cx="11407734" cy="2359474"/>
            <a:chOff x="277417" y="1362527"/>
            <a:chExt cx="11637166" cy="210148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833BA1-4DA3-458F-9E98-07D8BB6D22CA}"/>
                </a:ext>
              </a:extLst>
            </p:cNvPr>
            <p:cNvGrpSpPr/>
            <p:nvPr/>
          </p:nvGrpSpPr>
          <p:grpSpPr>
            <a:xfrm>
              <a:off x="277417" y="1362527"/>
              <a:ext cx="11637166" cy="2101489"/>
              <a:chOff x="233263" y="989303"/>
              <a:chExt cx="11637166" cy="2101489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636F9DA-E97C-8DCC-0C4E-7B93587100E7}"/>
                  </a:ext>
                </a:extLst>
              </p:cNvPr>
              <p:cNvGrpSpPr/>
              <p:nvPr/>
            </p:nvGrpSpPr>
            <p:grpSpPr>
              <a:xfrm>
                <a:off x="289249" y="989303"/>
                <a:ext cx="11492205" cy="1996493"/>
                <a:chOff x="289249" y="989303"/>
                <a:chExt cx="11492205" cy="1996493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EE7491B0-F288-68ED-06B8-ABE49A83F974}"/>
                    </a:ext>
                  </a:extLst>
                </p:cNvPr>
                <p:cNvGrpSpPr/>
                <p:nvPr/>
              </p:nvGrpSpPr>
              <p:grpSpPr>
                <a:xfrm>
                  <a:off x="289249" y="989303"/>
                  <a:ext cx="11492205" cy="1996493"/>
                  <a:chOff x="289249" y="989303"/>
                  <a:chExt cx="11492205" cy="1996493"/>
                </a:xfrm>
              </p:grpSpPr>
              <p:pic>
                <p:nvPicPr>
                  <p:cNvPr id="18" name="Picture 17">
                    <a:extLst>
                      <a:ext uri="{FF2B5EF4-FFF2-40B4-BE49-F238E27FC236}">
                        <a16:creationId xmlns:a16="http://schemas.microsoft.com/office/drawing/2014/main" id="{84B282B9-F6C7-8F8C-86AF-D4BD1017858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 l="697" t="5422" r="458" b="5964"/>
                  <a:stretch/>
                </p:blipFill>
                <p:spPr>
                  <a:xfrm>
                    <a:off x="406071" y="1397929"/>
                    <a:ext cx="11224727" cy="970383"/>
                  </a:xfrm>
                  <a:prstGeom prst="rect">
                    <a:avLst/>
                  </a:prstGeom>
                </p:spPr>
              </p:pic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D4365673-78F9-A173-2343-79E6D21C109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10546" y="2564430"/>
                    <a:ext cx="4068148" cy="285969"/>
                  </a:xfrm>
                  <a:prstGeom prst="rect">
                    <a:avLst/>
                  </a:prstGeom>
                </p:spPr>
              </p:pic>
              <p:sp>
                <p:nvSpPr>
                  <p:cNvPr id="20" name="Rectangle: Rounded Corners 19">
                    <a:extLst>
                      <a:ext uri="{FF2B5EF4-FFF2-40B4-BE49-F238E27FC236}">
                        <a16:creationId xmlns:a16="http://schemas.microsoft.com/office/drawing/2014/main" id="{E3DED658-A039-004C-49DD-03060E65F6B5}"/>
                      </a:ext>
                    </a:extLst>
                  </p:cNvPr>
                  <p:cNvSpPr/>
                  <p:nvPr/>
                </p:nvSpPr>
                <p:spPr>
                  <a:xfrm>
                    <a:off x="289249" y="989303"/>
                    <a:ext cx="11492205" cy="1996493"/>
                  </a:xfrm>
                  <a:prstGeom prst="roundRect">
                    <a:avLst>
                      <a:gd name="adj" fmla="val 4167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373201AC-9B56-458E-0A39-14571F7FA9DF}"/>
                    </a:ext>
                  </a:extLst>
                </p:cNvPr>
                <p:cNvSpPr/>
                <p:nvPr/>
              </p:nvSpPr>
              <p:spPr>
                <a:xfrm>
                  <a:off x="370259" y="1373774"/>
                  <a:ext cx="3921823" cy="1055259"/>
                </a:xfrm>
                <a:prstGeom prst="roundRect">
                  <a:avLst>
                    <a:gd name="adj" fmla="val 4167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88AF3360-6353-75A5-B9E9-3B0850FD327A}"/>
                    </a:ext>
                  </a:extLst>
                </p:cNvPr>
                <p:cNvSpPr/>
                <p:nvPr/>
              </p:nvSpPr>
              <p:spPr>
                <a:xfrm>
                  <a:off x="4292082" y="1369727"/>
                  <a:ext cx="3191070" cy="1055259"/>
                </a:xfrm>
                <a:prstGeom prst="roundRect">
                  <a:avLst>
                    <a:gd name="adj" fmla="val 4167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5C4C7471-4199-066B-2F92-BAAD7E264897}"/>
                    </a:ext>
                  </a:extLst>
                </p:cNvPr>
                <p:cNvSpPr/>
                <p:nvPr/>
              </p:nvSpPr>
              <p:spPr>
                <a:xfrm>
                  <a:off x="7483152" y="1373773"/>
                  <a:ext cx="961052" cy="1055259"/>
                </a:xfrm>
                <a:prstGeom prst="roundRect">
                  <a:avLst>
                    <a:gd name="adj" fmla="val 4167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677E5842-6E29-8013-26E1-76D86F74E0B2}"/>
                    </a:ext>
                  </a:extLst>
                </p:cNvPr>
                <p:cNvSpPr/>
                <p:nvPr/>
              </p:nvSpPr>
              <p:spPr>
                <a:xfrm>
                  <a:off x="8444204" y="1361161"/>
                  <a:ext cx="914400" cy="1055259"/>
                </a:xfrm>
                <a:prstGeom prst="roundRect">
                  <a:avLst>
                    <a:gd name="adj" fmla="val 4167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3130A7CB-AB0A-1C1E-FFF9-29FC28CC8477}"/>
                    </a:ext>
                  </a:extLst>
                </p:cNvPr>
                <p:cNvSpPr/>
                <p:nvPr/>
              </p:nvSpPr>
              <p:spPr>
                <a:xfrm>
                  <a:off x="9358604" y="1361160"/>
                  <a:ext cx="914400" cy="1055259"/>
                </a:xfrm>
                <a:prstGeom prst="roundRect">
                  <a:avLst>
                    <a:gd name="adj" fmla="val 4167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B10CCD6C-8CA7-E427-04C1-746402C85D7B}"/>
                    </a:ext>
                  </a:extLst>
                </p:cNvPr>
                <p:cNvSpPr/>
                <p:nvPr/>
              </p:nvSpPr>
              <p:spPr>
                <a:xfrm>
                  <a:off x="10273004" y="1364441"/>
                  <a:ext cx="1402556" cy="1055259"/>
                </a:xfrm>
                <a:prstGeom prst="roundRect">
                  <a:avLst>
                    <a:gd name="adj" fmla="val 4167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69F8A5C4-C32D-870A-8DD9-F74AE5C9EF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-4674" b="100000"/>
              <a:stretch/>
            </p:blipFill>
            <p:spPr>
              <a:xfrm>
                <a:off x="233263" y="2985796"/>
                <a:ext cx="11637166" cy="10499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26D885F-4C29-E704-4A62-6372BC281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6392" y="1386098"/>
              <a:ext cx="1249788" cy="327688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56022B8F-7429-080E-4415-17F97C8D7B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78" y="6536845"/>
            <a:ext cx="12192000" cy="49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146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C21AD6-00A9-442E-B1F3-1C81A86B5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21814B-3540-9758-83B7-49FDB5B738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45535" y="639128"/>
            <a:ext cx="11290041" cy="265328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49E18FF-4AD2-FB26-780D-4AEB7A6D96CA}"/>
              </a:ext>
            </a:extLst>
          </p:cNvPr>
          <p:cNvGrpSpPr/>
          <p:nvPr/>
        </p:nvGrpSpPr>
        <p:grpSpPr>
          <a:xfrm>
            <a:off x="445535" y="3537966"/>
            <a:ext cx="11290040" cy="2937508"/>
            <a:chOff x="445535" y="3537966"/>
            <a:chExt cx="11290040" cy="293750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E09764F-D514-6BB2-1145-EF3CDE689DFF}"/>
                </a:ext>
              </a:extLst>
            </p:cNvPr>
            <p:cNvGrpSpPr/>
            <p:nvPr/>
          </p:nvGrpSpPr>
          <p:grpSpPr>
            <a:xfrm>
              <a:off x="445535" y="3537966"/>
              <a:ext cx="11290040" cy="2937508"/>
              <a:chOff x="445535" y="3537966"/>
              <a:chExt cx="11290040" cy="293750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BCAA59B-FECB-4C9B-1AB0-9041CEB92754}"/>
                  </a:ext>
                </a:extLst>
              </p:cNvPr>
              <p:cNvGrpSpPr/>
              <p:nvPr/>
            </p:nvGrpSpPr>
            <p:grpSpPr>
              <a:xfrm>
                <a:off x="445535" y="3537966"/>
                <a:ext cx="11290040" cy="2937508"/>
                <a:chOff x="445535" y="3537966"/>
                <a:chExt cx="11290040" cy="2937508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94178F04-B714-9763-7C38-6AF8C278420F}"/>
                    </a:ext>
                  </a:extLst>
                </p:cNvPr>
                <p:cNvGrpSpPr/>
                <p:nvPr/>
              </p:nvGrpSpPr>
              <p:grpSpPr>
                <a:xfrm>
                  <a:off x="445535" y="3537966"/>
                  <a:ext cx="11290040" cy="2937508"/>
                  <a:chOff x="445535" y="3537966"/>
                  <a:chExt cx="11290040" cy="2937508"/>
                </a:xfrm>
              </p:grpSpPr>
              <p:pic>
                <p:nvPicPr>
                  <p:cNvPr id="7" name="Picture 6">
                    <a:extLst>
                      <a:ext uri="{FF2B5EF4-FFF2-40B4-BE49-F238E27FC236}">
                        <a16:creationId xmlns:a16="http://schemas.microsoft.com/office/drawing/2014/main" id="{4BAA0F89-7EEB-2149-B3C1-B4668E2AF4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45535" y="3537966"/>
                    <a:ext cx="11290040" cy="2799834"/>
                  </a:xfrm>
                  <a:prstGeom prst="rect">
                    <a:avLst/>
                  </a:prstGeom>
                </p:spPr>
              </p:pic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BB5C9134-CB2F-47CE-FE7A-B79983CAA76D}"/>
                      </a:ext>
                    </a:extLst>
                  </p:cNvPr>
                  <p:cNvSpPr/>
                  <p:nvPr/>
                </p:nvSpPr>
                <p:spPr>
                  <a:xfrm>
                    <a:off x="2995127" y="6270186"/>
                    <a:ext cx="1651518" cy="20528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6B7B5B0F-8E9A-6314-781A-C02A57312B20}"/>
                      </a:ext>
                    </a:extLst>
                  </p:cNvPr>
                  <p:cNvSpPr/>
                  <p:nvPr/>
                </p:nvSpPr>
                <p:spPr>
                  <a:xfrm>
                    <a:off x="4646645" y="6120883"/>
                    <a:ext cx="522514" cy="27660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7CD1419-01D9-108B-E454-18AB0FF1F09A}"/>
                    </a:ext>
                  </a:extLst>
                </p:cNvPr>
                <p:cNvSpPr/>
                <p:nvPr/>
              </p:nvSpPr>
              <p:spPr>
                <a:xfrm>
                  <a:off x="3163078" y="4758612"/>
                  <a:ext cx="1082351" cy="205288"/>
                </a:xfrm>
                <a:prstGeom prst="rect">
                  <a:avLst/>
                </a:prstGeom>
                <a:solidFill>
                  <a:srgbClr val="D0D0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6331AD63-0834-8A5A-D87D-A33416BD13D1}"/>
                    </a:ext>
                  </a:extLst>
                </p:cNvPr>
                <p:cNvSpPr/>
                <p:nvPr/>
              </p:nvSpPr>
              <p:spPr>
                <a:xfrm>
                  <a:off x="3163079" y="5039953"/>
                  <a:ext cx="989044" cy="205288"/>
                </a:xfrm>
                <a:prstGeom prst="rect">
                  <a:avLst/>
                </a:prstGeom>
                <a:solidFill>
                  <a:srgbClr val="5252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9CF90B-AD8E-6098-CA15-D5764FF1207F}"/>
                  </a:ext>
                </a:extLst>
              </p:cNvPr>
              <p:cNvSpPr txBox="1"/>
              <p:nvPr/>
            </p:nvSpPr>
            <p:spPr>
              <a:xfrm>
                <a:off x="3265715" y="4733002"/>
                <a:ext cx="9797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เลือก </a:t>
                </a:r>
                <a:r>
                  <a:rPr lang="en-US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 Code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70B26E1-4E04-355A-FBC2-AC90FA34DFF3}"/>
                  </a:ext>
                </a:extLst>
              </p:cNvPr>
              <p:cNvSpPr txBox="1"/>
              <p:nvPr/>
            </p:nvSpPr>
            <p:spPr>
              <a:xfrm>
                <a:off x="3172410" y="5002515"/>
                <a:ext cx="9797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1600" b="1" dirty="0">
                    <a:solidFill>
                      <a:schemeClr val="bg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เลือก </a:t>
                </a:r>
                <a:r>
                  <a:rPr lang="en-US" sz="1600" b="1" dirty="0">
                    <a:solidFill>
                      <a:schemeClr val="bg1"/>
                    </a:solidFill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 Code</a:t>
                </a:r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76F10F6-225D-0E8E-1002-6611957F9374}"/>
                </a:ext>
              </a:extLst>
            </p:cNvPr>
            <p:cNvSpPr/>
            <p:nvPr/>
          </p:nvSpPr>
          <p:spPr>
            <a:xfrm>
              <a:off x="2939143" y="4733002"/>
              <a:ext cx="1707502" cy="6080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Graphic 15" descr="Arrow: Clockwise curve with solid fill">
            <a:extLst>
              <a:ext uri="{FF2B5EF4-FFF2-40B4-BE49-F238E27FC236}">
                <a16:creationId xmlns:a16="http://schemas.microsoft.com/office/drawing/2014/main" id="{A2B2E7C2-3B89-A5D0-306B-9234BA84E3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70446" flipH="1" flipV="1">
            <a:off x="7433098" y="2754665"/>
            <a:ext cx="1071216" cy="18636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F2E9111-2565-CBE3-682A-8B696CA5F674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การระบุ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Delivery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ของแต่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  <a:endParaRPr lang="en-US" sz="2400" b="1" dirty="0">
              <a:solidFill>
                <a:srgbClr val="7030A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84339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C21AD6-00A9-442E-B1F3-1C81A86B5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2D23891-CF38-4D16-8E37-F9DAF0A00B0F}"/>
              </a:ext>
            </a:extLst>
          </p:cNvPr>
          <p:cNvGrpSpPr/>
          <p:nvPr/>
        </p:nvGrpSpPr>
        <p:grpSpPr>
          <a:xfrm>
            <a:off x="959527" y="765110"/>
            <a:ext cx="9621387" cy="5327780"/>
            <a:chOff x="959527" y="765110"/>
            <a:chExt cx="9310401" cy="507628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20AAD37-AEB2-4E45-8755-8FE203D9DA50}"/>
                </a:ext>
              </a:extLst>
            </p:cNvPr>
            <p:cNvGrpSpPr/>
            <p:nvPr/>
          </p:nvGrpSpPr>
          <p:grpSpPr>
            <a:xfrm>
              <a:off x="959527" y="765110"/>
              <a:ext cx="9310401" cy="5076283"/>
              <a:chOff x="2570047" y="1271296"/>
              <a:chExt cx="8729324" cy="4651374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26ADD38A-B152-487E-97D2-9F2F5ADA16B2}"/>
                  </a:ext>
                </a:extLst>
              </p:cNvPr>
              <p:cNvGrpSpPr/>
              <p:nvPr/>
            </p:nvGrpSpPr>
            <p:grpSpPr>
              <a:xfrm>
                <a:off x="2570047" y="1271296"/>
                <a:ext cx="8729324" cy="4651374"/>
                <a:chOff x="2570047" y="1271296"/>
                <a:chExt cx="8729324" cy="4651374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F37E212F-D3BB-423C-943D-808AF857F9BE}"/>
                    </a:ext>
                  </a:extLst>
                </p:cNvPr>
                <p:cNvGrpSpPr/>
                <p:nvPr/>
              </p:nvGrpSpPr>
              <p:grpSpPr>
                <a:xfrm>
                  <a:off x="2570047" y="1271296"/>
                  <a:ext cx="8729324" cy="4651374"/>
                  <a:chOff x="2364773" y="1273932"/>
                  <a:chExt cx="8729324" cy="4651374"/>
                </a:xfrm>
              </p:grpSpPr>
              <p:grpSp>
                <p:nvGrpSpPr>
                  <p:cNvPr id="9" name="Group 8">
                    <a:extLst>
                      <a:ext uri="{FF2B5EF4-FFF2-40B4-BE49-F238E27FC236}">
                        <a16:creationId xmlns:a16="http://schemas.microsoft.com/office/drawing/2014/main" id="{37AF9987-D7B7-4E1F-81FF-1E4FCF159DE9}"/>
                      </a:ext>
                    </a:extLst>
                  </p:cNvPr>
                  <p:cNvGrpSpPr/>
                  <p:nvPr/>
                </p:nvGrpSpPr>
                <p:grpSpPr>
                  <a:xfrm>
                    <a:off x="2955611" y="1673091"/>
                    <a:ext cx="1700368" cy="2415368"/>
                    <a:chOff x="3193888" y="252036"/>
                    <a:chExt cx="1266145" cy="2415368"/>
                  </a:xfrm>
                </p:grpSpPr>
                <p:grpSp>
                  <p:nvGrpSpPr>
                    <p:cNvPr id="41" name="Group 40">
                      <a:extLst>
                        <a:ext uri="{FF2B5EF4-FFF2-40B4-BE49-F238E27FC236}">
                          <a16:creationId xmlns:a16="http://schemas.microsoft.com/office/drawing/2014/main" id="{551A68B7-587A-4D7C-9D01-D0D7C1D1F5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80115" y="2324851"/>
                      <a:ext cx="279918" cy="342553"/>
                      <a:chOff x="4180115" y="2324851"/>
                      <a:chExt cx="279918" cy="342553"/>
                    </a:xfrm>
                  </p:grpSpPr>
                  <p:sp>
                    <p:nvSpPr>
                      <p:cNvPr id="21" name="Rectangle 20">
                        <a:extLst>
                          <a:ext uri="{FF2B5EF4-FFF2-40B4-BE49-F238E27FC236}">
                            <a16:creationId xmlns:a16="http://schemas.microsoft.com/office/drawing/2014/main" id="{BA93D1D6-9B69-41F8-9AE2-120C758488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89445" y="2324851"/>
                        <a:ext cx="270588" cy="14370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40" name="Rectangle 39">
                        <a:extLst>
                          <a:ext uri="{FF2B5EF4-FFF2-40B4-BE49-F238E27FC236}">
                            <a16:creationId xmlns:a16="http://schemas.microsoft.com/office/drawing/2014/main" id="{77D8B9E4-C0ED-4146-BD63-4186B03746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80115" y="2523702"/>
                        <a:ext cx="270588" cy="14370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E4662DAD-8B81-4170-9167-6B2D9C25CF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11528" y="355526"/>
                      <a:ext cx="71457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F000048</a:t>
                      </a:r>
                    </a:p>
                  </p:txBody>
                </p:sp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24078615-817B-429E-B4A4-53E01CFF54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95365" y="792437"/>
                      <a:ext cx="75088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F000061</a:t>
                      </a:r>
                    </a:p>
                  </p:txBody>
                </p:sp>
                <p:sp>
                  <p:nvSpPr>
                    <p:cNvPr id="60" name="Rectangle: Rounded Corners 59">
                      <a:extLst>
                        <a:ext uri="{FF2B5EF4-FFF2-40B4-BE49-F238E27FC236}">
                          <a16:creationId xmlns:a16="http://schemas.microsoft.com/office/drawing/2014/main" id="{90D51452-6863-40F3-BB18-71F23B9417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93888" y="252036"/>
                      <a:ext cx="751103" cy="1164206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B6A0DB3A-7F5F-4111-A133-081A7D3242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14256" y="568266"/>
                      <a:ext cx="71457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F0000</a:t>
                      </a:r>
                      <a:r>
                        <a:rPr lang="th-TH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53</a:t>
                      </a:r>
                      <a:endParaRPr lang="en-US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p:txBody>
                </p:sp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9C867F5F-4C64-4838-98C4-A2B56BC8E5E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96842" y="1016608"/>
                      <a:ext cx="75088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F00006</a:t>
                      </a:r>
                      <a:r>
                        <a:rPr lang="th-TH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lang="en-US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p:txBody>
                </p:sp>
              </p:grpSp>
              <p:cxnSp>
                <p:nvCxnSpPr>
                  <p:cNvPr id="65" name="Connector: Elbow 64">
                    <a:extLst>
                      <a:ext uri="{FF2B5EF4-FFF2-40B4-BE49-F238E27FC236}">
                        <a16:creationId xmlns:a16="http://schemas.microsoft.com/office/drawing/2014/main" id="{3F0F1BDD-13E9-4EC9-B3B6-DA6F6A2DD831}"/>
                      </a:ext>
                    </a:extLst>
                  </p:cNvPr>
                  <p:cNvCxnSpPr>
                    <a:cxnSpLocks/>
                    <a:stCxn id="59" idx="1"/>
                    <a:endCxn id="60" idx="1"/>
                  </p:cNvCxnSpPr>
                  <p:nvPr/>
                </p:nvCxnSpPr>
                <p:spPr>
                  <a:xfrm rot="10800000" flipH="1">
                    <a:off x="2364773" y="2255194"/>
                    <a:ext cx="590838" cy="3373997"/>
                  </a:xfrm>
                  <a:prstGeom prst="bentConnector3">
                    <a:avLst>
                      <a:gd name="adj1" fmla="val -36276"/>
                    </a:avLst>
                  </a:prstGeom>
                  <a:ln>
                    <a:solidFill>
                      <a:schemeClr val="accent4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3" name="Picture 12">
                    <a:extLst>
                      <a:ext uri="{FF2B5EF4-FFF2-40B4-BE49-F238E27FC236}">
                        <a16:creationId xmlns:a16="http://schemas.microsoft.com/office/drawing/2014/main" id="{F58F34C8-20EA-460E-9934-9539260DCD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4189444" y="1273932"/>
                    <a:ext cx="6904653" cy="4315408"/>
                  </a:xfrm>
                  <a:prstGeom prst="rect">
                    <a:avLst/>
                  </a:prstGeom>
                </p:spPr>
              </p:pic>
              <p:pic>
                <p:nvPicPr>
                  <p:cNvPr id="23" name="Picture 22">
                    <a:extLst>
                      <a:ext uri="{FF2B5EF4-FFF2-40B4-BE49-F238E27FC236}">
                        <a16:creationId xmlns:a16="http://schemas.microsoft.com/office/drawing/2014/main" id="{5D48EC57-2A20-45A9-B35A-2037CB5C66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2957594" y="2851293"/>
                    <a:ext cx="1038184" cy="365978"/>
                  </a:xfrm>
                  <a:prstGeom prst="rect">
                    <a:avLst/>
                  </a:prstGeom>
                </p:spPr>
              </p:pic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E2627E31-4700-4E73-8443-3276505C7230}"/>
                      </a:ext>
                    </a:extLst>
                  </p:cNvPr>
                  <p:cNvSpPr txBox="1"/>
                  <p:nvPr/>
                </p:nvSpPr>
                <p:spPr>
                  <a:xfrm>
                    <a:off x="2364773" y="5333076"/>
                    <a:ext cx="4375568" cy="592230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th-TH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แต่ละ </a:t>
                    </a:r>
                    <a:r>
                      <a:rPr lang="en-US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F </a:t>
                    </a:r>
                    <a:r>
                      <a:rPr lang="th-TH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ขนาดเท่ากันและ </a:t>
                    </a:r>
                    <a:r>
                      <a:rPr lang="en-US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Pattern </a:t>
                    </a:r>
                    <a:r>
                      <a:rPr lang="th-TH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แบบเดียวกัน จะ </a:t>
                    </a:r>
                    <a:r>
                      <a:rPr lang="en-US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Lay </a:t>
                    </a:r>
                    <a:r>
                      <a:rPr lang="th-TH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แบบเดียวกัน </a:t>
                    </a:r>
                  </a:p>
                  <a:p>
                    <a:r>
                      <a:rPr lang="th-TH" dirty="0">
                        <a:solidFill>
                          <a:srgbClr val="FF000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*** ไม่ </a:t>
                    </a:r>
                    <a:r>
                      <a:rPr lang="en-US" dirty="0">
                        <a:solidFill>
                          <a:srgbClr val="FF000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Lay </a:t>
                    </a:r>
                    <a:r>
                      <a:rPr lang="th-TH" dirty="0">
                        <a:solidFill>
                          <a:srgbClr val="FF000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ร่วม</a:t>
                    </a:r>
                    <a:endParaRPr lang="en-US" dirty="0">
                      <a:solidFill>
                        <a:srgbClr val="FF0000"/>
                      </a:solidFill>
                      <a:latin typeface="TH Sarabun New" panose="020B0500040200020003" pitchFamily="34" charset="-34"/>
                      <a:cs typeface="TH Sarabun New" panose="020B0500040200020003" pitchFamily="34" charset="-34"/>
                    </a:endParaRPr>
                  </a:p>
                </p:txBody>
              </p:sp>
            </p:grp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C3E1169-E10B-4597-A14D-8FAF405B77F0}"/>
                    </a:ext>
                  </a:extLst>
                </p:cNvPr>
                <p:cNvSpPr/>
                <p:nvPr/>
              </p:nvSpPr>
              <p:spPr>
                <a:xfrm>
                  <a:off x="4651570" y="4303907"/>
                  <a:ext cx="363386" cy="1437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0AEF663B-9AD8-40E7-9A79-05D931D364A1}"/>
                    </a:ext>
                  </a:extLst>
                </p:cNvPr>
                <p:cNvSpPr/>
                <p:nvPr/>
              </p:nvSpPr>
              <p:spPr>
                <a:xfrm>
                  <a:off x="4643454" y="4521991"/>
                  <a:ext cx="363386" cy="1437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841174E5-F03F-4C84-AC3E-9559E61C8CE4}"/>
                    </a:ext>
                  </a:extLst>
                </p:cNvPr>
                <p:cNvSpPr/>
                <p:nvPr/>
              </p:nvSpPr>
              <p:spPr>
                <a:xfrm>
                  <a:off x="4679559" y="4727388"/>
                  <a:ext cx="363386" cy="1437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E458649A-722A-4279-B70A-A3F11D305165}"/>
                    </a:ext>
                  </a:extLst>
                </p:cNvPr>
                <p:cNvSpPr/>
                <p:nvPr/>
              </p:nvSpPr>
              <p:spPr>
                <a:xfrm>
                  <a:off x="4667029" y="4913735"/>
                  <a:ext cx="363386" cy="1437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89CC7BD-98F1-4CE4-8576-41504E61E517}"/>
                  </a:ext>
                </a:extLst>
              </p:cNvPr>
              <p:cNvSpPr txBox="1"/>
              <p:nvPr/>
            </p:nvSpPr>
            <p:spPr>
              <a:xfrm>
                <a:off x="4345330" y="4228740"/>
                <a:ext cx="9596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F000048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F252D65-D26F-4D5E-A3CD-65D1F223ABAF}"/>
                  </a:ext>
                </a:extLst>
              </p:cNvPr>
              <p:cNvSpPr txBox="1"/>
              <p:nvPr/>
            </p:nvSpPr>
            <p:spPr>
              <a:xfrm>
                <a:off x="4345330" y="4436084"/>
                <a:ext cx="9596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F0000</a:t>
                </a:r>
                <a:r>
                  <a:rPr lang="th-TH" sz="16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53</a:t>
                </a:r>
                <a:endParaRPr lang="en-US" sz="1600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B149B21-CF7C-45BE-B2E7-CC11EC6619E6}"/>
                  </a:ext>
                </a:extLst>
              </p:cNvPr>
              <p:cNvSpPr txBox="1"/>
              <p:nvPr/>
            </p:nvSpPr>
            <p:spPr>
              <a:xfrm>
                <a:off x="4320949" y="4650761"/>
                <a:ext cx="10083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F000061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B7DA0CC-0D1D-4524-A88C-19740AB122DB}"/>
                  </a:ext>
                </a:extLst>
              </p:cNvPr>
              <p:cNvSpPr txBox="1"/>
              <p:nvPr/>
            </p:nvSpPr>
            <p:spPr>
              <a:xfrm>
                <a:off x="4329065" y="4848232"/>
                <a:ext cx="10083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F00006</a:t>
                </a:r>
                <a:r>
                  <a:rPr lang="th-TH" sz="16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2</a:t>
                </a:r>
                <a:endParaRPr lang="en-US" sz="1600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p:grpSp>
        <p:cxnSp>
          <p:nvCxnSpPr>
            <p:cNvPr id="73" name="Connector: Elbow 72">
              <a:extLst>
                <a:ext uri="{FF2B5EF4-FFF2-40B4-BE49-F238E27FC236}">
                  <a16:creationId xmlns:a16="http://schemas.microsoft.com/office/drawing/2014/main" id="{C7AD7B03-9CD8-422A-A722-5AD3E1D59C7C}"/>
                </a:ext>
              </a:extLst>
            </p:cNvPr>
            <p:cNvCxnSpPr>
              <a:cxnSpLocks/>
              <a:stCxn id="59" idx="1"/>
              <a:endCxn id="44" idx="1"/>
            </p:cNvCxnSpPr>
            <p:nvPr/>
          </p:nvCxnSpPr>
          <p:spPr>
            <a:xfrm rot="10800000" flipH="1">
              <a:off x="959527" y="4386900"/>
              <a:ext cx="2014654" cy="1131329"/>
            </a:xfrm>
            <a:prstGeom prst="bentConnector3">
              <a:avLst>
                <a:gd name="adj1" fmla="val -11347"/>
              </a:avLst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2CB69E4F-1AE5-4BB7-A822-8FC27D0BF083}"/>
                </a:ext>
              </a:extLst>
            </p:cNvPr>
            <p:cNvSpPr/>
            <p:nvPr/>
          </p:nvSpPr>
          <p:spPr>
            <a:xfrm>
              <a:off x="2974181" y="3776510"/>
              <a:ext cx="767395" cy="1220778"/>
            </a:xfrm>
            <a:prstGeom prst="roundRect">
              <a:avLst>
                <a:gd name="adj" fmla="val 6940"/>
              </a:avLst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21CD398-F8A4-A16C-E87C-8576FCFEE267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rgbClr val="D0D0D7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การวางเลย์ของทุก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  <a:endParaRPr lang="en-US" sz="2400" b="1" dirty="0">
              <a:solidFill>
                <a:srgbClr val="7030A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39249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2731B6-CE4E-F227-97BB-41E91662A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66904E95-F0D5-6F60-1F84-9E2C5D96FF9D}"/>
              </a:ext>
            </a:extLst>
          </p:cNvPr>
          <p:cNvGrpSpPr/>
          <p:nvPr/>
        </p:nvGrpSpPr>
        <p:grpSpPr>
          <a:xfrm>
            <a:off x="1332950" y="1697925"/>
            <a:ext cx="10619564" cy="2771169"/>
            <a:chOff x="269260" y="158374"/>
            <a:chExt cx="9985083" cy="2352392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EB0106A-3EAF-4806-3E15-C20D035FDDE3}"/>
                </a:ext>
              </a:extLst>
            </p:cNvPr>
            <p:cNvGrpSpPr/>
            <p:nvPr/>
          </p:nvGrpSpPr>
          <p:grpSpPr>
            <a:xfrm>
              <a:off x="269260" y="158374"/>
              <a:ext cx="6179576" cy="2013828"/>
              <a:chOff x="269260" y="158374"/>
              <a:chExt cx="6179576" cy="2013828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5C10E90C-447A-15DC-E4D3-4CF0A833BC2C}"/>
                  </a:ext>
                </a:extLst>
              </p:cNvPr>
              <p:cNvGrpSpPr/>
              <p:nvPr/>
            </p:nvGrpSpPr>
            <p:grpSpPr>
              <a:xfrm>
                <a:off x="269260" y="415150"/>
                <a:ext cx="6179576" cy="1757052"/>
                <a:chOff x="353236" y="367218"/>
                <a:chExt cx="6179576" cy="1757052"/>
              </a:xfrm>
            </p:grpSpPr>
            <p:pic>
              <p:nvPicPr>
                <p:cNvPr id="32" name="Picture 31">
                  <a:extLst>
                    <a:ext uri="{FF2B5EF4-FFF2-40B4-BE49-F238E27FC236}">
                      <a16:creationId xmlns:a16="http://schemas.microsoft.com/office/drawing/2014/main" id="{C7846C83-A9CD-811D-C99B-4EA7E9A942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12665"/>
                <a:stretch/>
              </p:blipFill>
              <p:spPr>
                <a:xfrm>
                  <a:off x="353236" y="367218"/>
                  <a:ext cx="6142252" cy="1757052"/>
                </a:xfrm>
                <a:prstGeom prst="rect">
                  <a:avLst/>
                </a:prstGeom>
              </p:spPr>
            </p:pic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C95D16D5-41ED-AC58-A353-2417338DDAC7}"/>
                    </a:ext>
                  </a:extLst>
                </p:cNvPr>
                <p:cNvSpPr/>
                <p:nvPr/>
              </p:nvSpPr>
              <p:spPr>
                <a:xfrm>
                  <a:off x="390560" y="411528"/>
                  <a:ext cx="6142252" cy="1679864"/>
                </a:xfrm>
                <a:prstGeom prst="roundRect">
                  <a:avLst>
                    <a:gd name="adj" fmla="val 4961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F29158BE-708C-677C-9208-DB92B522A8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584" y="158374"/>
                <a:ext cx="3847775" cy="259985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4340180-28EA-2870-A9B6-DA6A922ABED6}"/>
                </a:ext>
              </a:extLst>
            </p:cNvPr>
            <p:cNvGrpSpPr/>
            <p:nvPr/>
          </p:nvGrpSpPr>
          <p:grpSpPr>
            <a:xfrm>
              <a:off x="413398" y="2223374"/>
              <a:ext cx="2787338" cy="287392"/>
              <a:chOff x="1098991" y="638447"/>
              <a:chExt cx="2787338" cy="287392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744F20F1-497F-8114-5616-475842322E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8991" y="651661"/>
                <a:ext cx="198591" cy="187558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721A709-108F-996A-63F8-D15C44219FB0}"/>
                  </a:ext>
                </a:extLst>
              </p:cNvPr>
              <p:cNvSpPr txBox="1"/>
              <p:nvPr/>
            </p:nvSpPr>
            <p:spPr>
              <a:xfrm>
                <a:off x="1297581" y="638447"/>
                <a:ext cx="2588748" cy="287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แต่ละ </a:t>
                </a:r>
                <a:r>
                  <a:rPr lang="en-US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 </a:t>
                </a:r>
                <a:r>
                  <a:rPr lang="th-TH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มีรูปแบบการ </a:t>
                </a:r>
                <a:r>
                  <a:rPr lang="en-US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Packing </a:t>
                </a:r>
                <a:r>
                  <a:rPr lang="th-TH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แตกต่างกัน</a:t>
                </a:r>
                <a:endParaRPr lang="en-US" sz="16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p:grpSp>
        <p:sp>
          <p:nvSpPr>
            <p:cNvPr id="43" name="Right Brace 42">
              <a:extLst>
                <a:ext uri="{FF2B5EF4-FFF2-40B4-BE49-F238E27FC236}">
                  <a16:creationId xmlns:a16="http://schemas.microsoft.com/office/drawing/2014/main" id="{BB057391-DBA0-83CC-A19A-BE617DFA8C8F}"/>
                </a:ext>
              </a:extLst>
            </p:cNvPr>
            <p:cNvSpPr/>
            <p:nvPr/>
          </p:nvSpPr>
          <p:spPr>
            <a:xfrm>
              <a:off x="6848669" y="288366"/>
              <a:ext cx="261903" cy="195190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4B6C5A1-DB87-8370-3E43-C41E24CF2FA6}"/>
                </a:ext>
              </a:extLst>
            </p:cNvPr>
            <p:cNvSpPr txBox="1"/>
            <p:nvPr/>
          </p:nvSpPr>
          <p:spPr>
            <a:xfrm>
              <a:off x="7129234" y="1103139"/>
              <a:ext cx="31251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Default </a:t>
              </a:r>
              <a:r>
                <a:rPr lang="th-TH" sz="16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ทุก </a:t>
              </a:r>
              <a:r>
                <a:rPr lang="en-US" sz="16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 </a:t>
              </a:r>
              <a:r>
                <a:rPr lang="th-TH" sz="16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มีการ </a:t>
              </a:r>
              <a:r>
                <a:rPr lang="en-US" sz="16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Packing </a:t>
              </a:r>
              <a:r>
                <a:rPr lang="th-TH" sz="16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รูปแบบเดียวกัน</a:t>
              </a:r>
              <a:endParaRPr lang="en-US" sz="16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C76278A-1464-60DA-C649-807E3EEA42C5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rgbClr val="FDDFDF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การระบุ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Packing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ของแต่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  <a:endParaRPr lang="en-US" sz="2400" b="1" dirty="0">
              <a:solidFill>
                <a:srgbClr val="7030A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72311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2731B6-CE4E-F227-97BB-41E91662A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DEB0106A-3EAF-4806-3E15-C20D035FDDE3}"/>
              </a:ext>
            </a:extLst>
          </p:cNvPr>
          <p:cNvGrpSpPr/>
          <p:nvPr/>
        </p:nvGrpSpPr>
        <p:grpSpPr>
          <a:xfrm>
            <a:off x="269260" y="158375"/>
            <a:ext cx="5826740" cy="1584138"/>
            <a:chOff x="269260" y="158374"/>
            <a:chExt cx="6179576" cy="201382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C10E90C-447A-15DC-E4D3-4CF0A833BC2C}"/>
                </a:ext>
              </a:extLst>
            </p:cNvPr>
            <p:cNvGrpSpPr/>
            <p:nvPr/>
          </p:nvGrpSpPr>
          <p:grpSpPr>
            <a:xfrm>
              <a:off x="269260" y="415150"/>
              <a:ext cx="6179576" cy="1757052"/>
              <a:chOff x="353236" y="367218"/>
              <a:chExt cx="6179576" cy="1757052"/>
            </a:xfrm>
          </p:grpSpPr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C7846C83-A9CD-811D-C99B-4EA7E9A9421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2665"/>
              <a:stretch/>
            </p:blipFill>
            <p:spPr>
              <a:xfrm>
                <a:off x="353236" y="367218"/>
                <a:ext cx="6142252" cy="1757052"/>
              </a:xfrm>
              <a:prstGeom prst="rect">
                <a:avLst/>
              </a:prstGeom>
            </p:spPr>
          </p:pic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C95D16D5-41ED-AC58-A353-2417338DDAC7}"/>
                  </a:ext>
                </a:extLst>
              </p:cNvPr>
              <p:cNvSpPr/>
              <p:nvPr/>
            </p:nvSpPr>
            <p:spPr>
              <a:xfrm>
                <a:off x="390560" y="411528"/>
                <a:ext cx="6142252" cy="1679864"/>
              </a:xfrm>
              <a:prstGeom prst="roundRect">
                <a:avLst>
                  <a:gd name="adj" fmla="val 4961"/>
                </a:avLst>
              </a:prstGeom>
              <a:noFill/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F29158BE-708C-677C-9208-DB92B522A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6584" y="158374"/>
              <a:ext cx="3847775" cy="259985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4340180-28EA-2870-A9B6-DA6A922ABED6}"/>
              </a:ext>
            </a:extLst>
          </p:cNvPr>
          <p:cNvGrpSpPr/>
          <p:nvPr/>
        </p:nvGrpSpPr>
        <p:grpSpPr>
          <a:xfrm>
            <a:off x="343770" y="1780378"/>
            <a:ext cx="2466359" cy="295804"/>
            <a:chOff x="1116537" y="213111"/>
            <a:chExt cx="2615708" cy="338554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44F20F1-497F-8114-5616-475842322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16537" y="259343"/>
              <a:ext cx="198591" cy="187558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721A709-108F-996A-63F8-D15C44219FB0}"/>
                </a:ext>
              </a:extLst>
            </p:cNvPr>
            <p:cNvSpPr txBox="1"/>
            <p:nvPr/>
          </p:nvSpPr>
          <p:spPr>
            <a:xfrm>
              <a:off x="1315128" y="213111"/>
              <a:ext cx="24171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6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แต่ละ </a:t>
              </a:r>
              <a:r>
                <a:rPr lang="en-US" sz="16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 </a:t>
              </a:r>
              <a:r>
                <a:rPr lang="th-TH" sz="16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มีการ </a:t>
              </a:r>
              <a:r>
                <a:rPr lang="en-US" sz="16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Packing </a:t>
              </a:r>
              <a:r>
                <a:rPr lang="th-TH" sz="16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แตกต่างกัน</a:t>
              </a:r>
              <a:endParaRPr lang="en-US" sz="16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5F958D74-2CF9-3936-9B05-ED8690414C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003" y="1812910"/>
            <a:ext cx="228312" cy="2409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AE179F-C10B-E4A0-9DA5-646C216B171F}"/>
              </a:ext>
            </a:extLst>
          </p:cNvPr>
          <p:cNvSpPr/>
          <p:nvPr/>
        </p:nvSpPr>
        <p:spPr>
          <a:xfrm>
            <a:off x="304453" y="1792706"/>
            <a:ext cx="2481943" cy="2838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308FC86-E74C-CABA-1B99-1A9E6FB8248C}"/>
              </a:ext>
            </a:extLst>
          </p:cNvPr>
          <p:cNvGrpSpPr/>
          <p:nvPr/>
        </p:nvGrpSpPr>
        <p:grpSpPr>
          <a:xfrm>
            <a:off x="810777" y="2340028"/>
            <a:ext cx="10311313" cy="4117796"/>
            <a:chOff x="306924" y="2102823"/>
            <a:chExt cx="10768513" cy="440361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155FC72-E38A-A389-5555-8064FB582B46}"/>
                </a:ext>
              </a:extLst>
            </p:cNvPr>
            <p:cNvGrpSpPr/>
            <p:nvPr/>
          </p:nvGrpSpPr>
          <p:grpSpPr>
            <a:xfrm>
              <a:off x="486928" y="2621694"/>
              <a:ext cx="10448550" cy="3773091"/>
              <a:chOff x="123520" y="935225"/>
              <a:chExt cx="11319223" cy="396179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3FF5B9C-EBD0-DFAA-4916-884DAB64F13C}"/>
                  </a:ext>
                </a:extLst>
              </p:cNvPr>
              <p:cNvGrpSpPr/>
              <p:nvPr/>
            </p:nvGrpSpPr>
            <p:grpSpPr>
              <a:xfrm>
                <a:off x="166113" y="979714"/>
                <a:ext cx="5450917" cy="1757051"/>
                <a:chOff x="166113" y="979714"/>
                <a:chExt cx="5450917" cy="1757051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7B9B5A0D-9692-CAA5-7C02-E04E247FA1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6113" y="979714"/>
                  <a:ext cx="5404263" cy="1757051"/>
                </a:xfrm>
                <a:prstGeom prst="rect">
                  <a:avLst/>
                </a:prstGeom>
              </p:spPr>
            </p:pic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C0744EB8-59D8-2637-8883-8B1BDAEAC579}"/>
                    </a:ext>
                  </a:extLst>
                </p:cNvPr>
                <p:cNvSpPr/>
                <p:nvPr/>
              </p:nvSpPr>
              <p:spPr>
                <a:xfrm>
                  <a:off x="212767" y="1231639"/>
                  <a:ext cx="5404263" cy="1463040"/>
                </a:xfrm>
                <a:prstGeom prst="roundRect">
                  <a:avLst>
                    <a:gd name="adj" fmla="val 4961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5D2F21C-B1C8-D09F-AD20-9E245364CA0D}"/>
                  </a:ext>
                </a:extLst>
              </p:cNvPr>
              <p:cNvGrpSpPr/>
              <p:nvPr/>
            </p:nvGrpSpPr>
            <p:grpSpPr>
              <a:xfrm>
                <a:off x="123520" y="3139972"/>
                <a:ext cx="5489449" cy="1757051"/>
                <a:chOff x="123520" y="3139972"/>
                <a:chExt cx="5489449" cy="1757051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1DE2528A-A04D-8383-C376-84BD3470FB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3520" y="3139972"/>
                  <a:ext cx="5446856" cy="1757051"/>
                </a:xfrm>
                <a:prstGeom prst="rect">
                  <a:avLst/>
                </a:prstGeom>
              </p:spPr>
            </p:pic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8FF02AB3-0C4F-7887-8728-5F318CE228B2}"/>
                    </a:ext>
                  </a:extLst>
                </p:cNvPr>
                <p:cNvSpPr/>
                <p:nvPr/>
              </p:nvSpPr>
              <p:spPr>
                <a:xfrm>
                  <a:off x="166113" y="3380752"/>
                  <a:ext cx="5446856" cy="1506940"/>
                </a:xfrm>
                <a:prstGeom prst="roundRect">
                  <a:avLst>
                    <a:gd name="adj" fmla="val 4961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DDBBCF4-0C1B-DA21-251A-E470591F228F}"/>
                  </a:ext>
                </a:extLst>
              </p:cNvPr>
              <p:cNvGrpSpPr/>
              <p:nvPr/>
            </p:nvGrpSpPr>
            <p:grpSpPr>
              <a:xfrm>
                <a:off x="5961556" y="979714"/>
                <a:ext cx="5450917" cy="1757051"/>
                <a:chOff x="5961556" y="979714"/>
                <a:chExt cx="5450917" cy="1757051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EF37BBA9-838F-8597-DF33-B3182CBF83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61556" y="979714"/>
                  <a:ext cx="5412525" cy="1757051"/>
                </a:xfrm>
                <a:prstGeom prst="rect">
                  <a:avLst/>
                </a:prstGeom>
              </p:spPr>
            </p:pic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3B13F64B-6A89-A28A-AB15-1A53462B0B84}"/>
                    </a:ext>
                  </a:extLst>
                </p:cNvPr>
                <p:cNvSpPr/>
                <p:nvPr/>
              </p:nvSpPr>
              <p:spPr>
                <a:xfrm>
                  <a:off x="6008210" y="1234747"/>
                  <a:ext cx="5404263" cy="1502018"/>
                </a:xfrm>
                <a:prstGeom prst="roundRect">
                  <a:avLst>
                    <a:gd name="adj" fmla="val 4961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912CC30-2F23-8425-DF75-46FC6B2EBAAE}"/>
                  </a:ext>
                </a:extLst>
              </p:cNvPr>
              <p:cNvGrpSpPr/>
              <p:nvPr/>
            </p:nvGrpSpPr>
            <p:grpSpPr>
              <a:xfrm>
                <a:off x="5995887" y="3149180"/>
                <a:ext cx="5446856" cy="1703943"/>
                <a:chOff x="5995887" y="3149180"/>
                <a:chExt cx="5446856" cy="1703943"/>
              </a:xfrm>
            </p:grpSpPr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A23A486D-98DC-0FF6-1721-2FD3ADAE62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995887" y="3149180"/>
                  <a:ext cx="5412525" cy="1703943"/>
                </a:xfrm>
                <a:prstGeom prst="rect">
                  <a:avLst/>
                </a:prstGeom>
              </p:spPr>
            </p:pic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419ACCFB-BF03-C236-8F06-0109825E6D1B}"/>
                    </a:ext>
                  </a:extLst>
                </p:cNvPr>
                <p:cNvSpPr/>
                <p:nvPr/>
              </p:nvSpPr>
              <p:spPr>
                <a:xfrm>
                  <a:off x="6038480" y="3380751"/>
                  <a:ext cx="5404263" cy="1472371"/>
                </a:xfrm>
                <a:prstGeom prst="roundRect">
                  <a:avLst>
                    <a:gd name="adj" fmla="val 4961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D08784A-DE96-8549-8FC3-1C876254DC73}"/>
                  </a:ext>
                </a:extLst>
              </p:cNvPr>
              <p:cNvSpPr/>
              <p:nvPr/>
            </p:nvSpPr>
            <p:spPr>
              <a:xfrm>
                <a:off x="212766" y="979714"/>
                <a:ext cx="794939" cy="2098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EA271E9-9C09-BABD-B91D-C2C9016ED889}"/>
                  </a:ext>
                </a:extLst>
              </p:cNvPr>
              <p:cNvSpPr/>
              <p:nvPr/>
            </p:nvSpPr>
            <p:spPr>
              <a:xfrm>
                <a:off x="212765" y="3097887"/>
                <a:ext cx="794939" cy="2407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1676E28-ABC2-0A98-4392-7CC739FD7774}"/>
                  </a:ext>
                </a:extLst>
              </p:cNvPr>
              <p:cNvSpPr/>
              <p:nvPr/>
            </p:nvSpPr>
            <p:spPr>
              <a:xfrm>
                <a:off x="6008210" y="935225"/>
                <a:ext cx="794938" cy="2098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45A60F5-2FBB-9063-A2A7-4DA7743832E5}"/>
                  </a:ext>
                </a:extLst>
              </p:cNvPr>
              <p:cNvSpPr/>
              <p:nvPr/>
            </p:nvSpPr>
            <p:spPr>
              <a:xfrm>
                <a:off x="6066473" y="3139972"/>
                <a:ext cx="755337" cy="19869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1212A87-9E49-63F3-D649-4BA136934EFE}"/>
                </a:ext>
              </a:extLst>
            </p:cNvPr>
            <p:cNvGrpSpPr/>
            <p:nvPr/>
          </p:nvGrpSpPr>
          <p:grpSpPr>
            <a:xfrm>
              <a:off x="569308" y="2388991"/>
              <a:ext cx="2615708" cy="338554"/>
              <a:chOff x="1116537" y="213111"/>
              <a:chExt cx="2615708" cy="338554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9D7315AD-7BCC-3D69-38ED-0FD2894C65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6537" y="259343"/>
                <a:ext cx="198591" cy="187558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6B11B29-9DE7-C85A-B8AE-AD71AD6470DB}"/>
                  </a:ext>
                </a:extLst>
              </p:cNvPr>
              <p:cNvSpPr txBox="1"/>
              <p:nvPr/>
            </p:nvSpPr>
            <p:spPr>
              <a:xfrm>
                <a:off x="1315128" y="213111"/>
                <a:ext cx="24171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แต่ละ </a:t>
                </a:r>
                <a:r>
                  <a:rPr lang="en-US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F </a:t>
                </a:r>
                <a:r>
                  <a:rPr lang="th-TH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มีการ </a:t>
                </a:r>
                <a:r>
                  <a:rPr lang="en-US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Packing </a:t>
                </a:r>
                <a:r>
                  <a:rPr lang="th-TH" sz="16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แตกต่างกัน</a:t>
                </a:r>
                <a:endParaRPr lang="en-US" sz="16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76D11C9-A408-B00E-78A0-27F8DEE18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3540" y="2421523"/>
              <a:ext cx="242137" cy="25559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6733B30-21DC-EB76-EA40-2D6526F84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08273" y="2190451"/>
              <a:ext cx="687806" cy="266248"/>
            </a:xfrm>
            <a:prstGeom prst="rect">
              <a:avLst/>
            </a:prstGeom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10124BF-F406-E1BE-C53E-518D69DA8FCF}"/>
                </a:ext>
              </a:extLst>
            </p:cNvPr>
            <p:cNvSpPr/>
            <p:nvPr/>
          </p:nvSpPr>
          <p:spPr>
            <a:xfrm>
              <a:off x="306924" y="2102823"/>
              <a:ext cx="10768513" cy="440361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6" name="Graphic 45" descr="Arrow: Clockwise curve with solid fill">
            <a:extLst>
              <a:ext uri="{FF2B5EF4-FFF2-40B4-BE49-F238E27FC236}">
                <a16:creationId xmlns:a16="http://schemas.microsoft.com/office/drawing/2014/main" id="{729AF995-8563-4109-6FCF-5FE73799100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8928155" flipH="1" flipV="1">
            <a:off x="6404866" y="250296"/>
            <a:ext cx="1264668" cy="22002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655631B-8994-8437-E8BF-843EA551391A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rgbClr val="FDDFDF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การระบุ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Packing 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ของแต่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  <a:endParaRPr lang="en-US" sz="2400" b="1" dirty="0">
              <a:solidFill>
                <a:srgbClr val="7030A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12813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Picture 463">
            <a:extLst>
              <a:ext uri="{FF2B5EF4-FFF2-40B4-BE49-F238E27FC236}">
                <a16:creationId xmlns:a16="http://schemas.microsoft.com/office/drawing/2014/main" id="{8FFAC071-2657-4C1B-A184-8A76551B8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sp>
        <p:nvSpPr>
          <p:cNvPr id="465" name="TextBox 464">
            <a:extLst>
              <a:ext uri="{FF2B5EF4-FFF2-40B4-BE49-F238E27FC236}">
                <a16:creationId xmlns:a16="http://schemas.microsoft.com/office/drawing/2014/main" id="{74641B5D-5633-4AD6-8CD0-40C3C713933C}"/>
              </a:ext>
            </a:extLst>
          </p:cNvPr>
          <p:cNvSpPr txBox="1"/>
          <p:nvPr/>
        </p:nvSpPr>
        <p:spPr>
          <a:xfrm>
            <a:off x="2232820" y="2921168"/>
            <a:ext cx="77154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6000" b="1" spc="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การคำนวณ</a:t>
            </a:r>
            <a:r>
              <a:rPr lang="th-TH" sz="6000" b="1" spc="600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งานหลาย </a:t>
            </a:r>
            <a:r>
              <a:rPr lang="en-US" sz="6000" b="1" spc="600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431459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Picture 463">
            <a:extLst>
              <a:ext uri="{FF2B5EF4-FFF2-40B4-BE49-F238E27FC236}">
                <a16:creationId xmlns:a16="http://schemas.microsoft.com/office/drawing/2014/main" id="{8FFAC071-2657-4C1B-A184-8A76551B8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913CCC4-CAB4-495E-8C3E-D480CA00C10A}"/>
              </a:ext>
            </a:extLst>
          </p:cNvPr>
          <p:cNvGrpSpPr/>
          <p:nvPr/>
        </p:nvGrpSpPr>
        <p:grpSpPr>
          <a:xfrm>
            <a:off x="485916" y="1604932"/>
            <a:ext cx="3007279" cy="1785104"/>
            <a:chOff x="314418" y="102464"/>
            <a:chExt cx="3007279" cy="178510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F3FC795-80DE-4E5E-A658-2AA24D182A41}"/>
                </a:ext>
              </a:extLst>
            </p:cNvPr>
            <p:cNvSpPr txBox="1"/>
            <p:nvPr/>
          </p:nvSpPr>
          <p:spPr>
            <a:xfrm>
              <a:off x="314419" y="102464"/>
              <a:ext cx="29827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คิดราคา</a:t>
              </a:r>
              <a:r>
                <a:rPr lang="th-TH" sz="2400" b="1" dirty="0">
                  <a:solidFill>
                    <a:srgbClr val="0070C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แยกแต่ละ </a:t>
              </a:r>
              <a:r>
                <a:rPr lang="en-US" sz="2400" b="1" dirty="0">
                  <a:solidFill>
                    <a:srgbClr val="0070C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F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37A284D-DFF3-4FA3-BDD4-3BCB41226FF0}"/>
                </a:ext>
              </a:extLst>
            </p:cNvPr>
            <p:cNvSpPr txBox="1"/>
            <p:nvPr/>
          </p:nvSpPr>
          <p:spPr>
            <a:xfrm>
              <a:off x="314418" y="564129"/>
              <a:ext cx="3007279" cy="132343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Paper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Special Ink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Plate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Print</a:t>
              </a:r>
              <a:endPara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CCA987-5CB9-4E37-A8EA-C9CC108FEDB9}"/>
              </a:ext>
            </a:extLst>
          </p:cNvPr>
          <p:cNvGrpSpPr/>
          <p:nvPr/>
        </p:nvGrpSpPr>
        <p:grpSpPr>
          <a:xfrm>
            <a:off x="4586916" y="1608548"/>
            <a:ext cx="3007279" cy="1477328"/>
            <a:chOff x="289930" y="1944450"/>
            <a:chExt cx="3007279" cy="147732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33B599-AA50-497B-A3E5-D75ED5DDE225}"/>
                </a:ext>
              </a:extLst>
            </p:cNvPr>
            <p:cNvSpPr txBox="1"/>
            <p:nvPr/>
          </p:nvSpPr>
          <p:spPr>
            <a:xfrm>
              <a:off x="289931" y="1944450"/>
              <a:ext cx="29827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คิดราคา</a:t>
              </a:r>
              <a:r>
                <a:rPr lang="th-TH" sz="2400" b="1" dirty="0">
                  <a:solidFill>
                    <a:srgbClr val="0070C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แยกตามการเลือก </a:t>
              </a:r>
              <a:r>
                <a:rPr lang="en-US" sz="2400" b="1" dirty="0">
                  <a:solidFill>
                    <a:srgbClr val="0070C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F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D75A64-C6BC-4B22-833A-F8714C788317}"/>
                </a:ext>
              </a:extLst>
            </p:cNvPr>
            <p:cNvSpPr txBox="1"/>
            <p:nvPr/>
          </p:nvSpPr>
          <p:spPr>
            <a:xfrm>
              <a:off x="289930" y="2406115"/>
              <a:ext cx="3007279" cy="10156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Deboss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Emboss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th-TH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Foil-Stamp</a:t>
              </a:r>
              <a:endPara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A5C67D0-0972-413F-A630-4AEF793F5AD1}"/>
              </a:ext>
            </a:extLst>
          </p:cNvPr>
          <p:cNvGrpSpPr/>
          <p:nvPr/>
        </p:nvGrpSpPr>
        <p:grpSpPr>
          <a:xfrm>
            <a:off x="8663429" y="1604932"/>
            <a:ext cx="3007279" cy="3323987"/>
            <a:chOff x="265442" y="4262601"/>
            <a:chExt cx="3007279" cy="332398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E78BE7-5F7B-4104-A59B-3731094C702E}"/>
                </a:ext>
              </a:extLst>
            </p:cNvPr>
            <p:cNvSpPr txBox="1"/>
            <p:nvPr/>
          </p:nvSpPr>
          <p:spPr>
            <a:xfrm>
              <a:off x="265443" y="4262601"/>
              <a:ext cx="29827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คิดราคา</a:t>
              </a:r>
              <a:r>
                <a:rPr lang="th-TH" sz="2400" b="1" dirty="0">
                  <a:solidFill>
                    <a:srgbClr val="0070C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รวมทุก </a:t>
              </a:r>
              <a:r>
                <a:rPr lang="en-US" sz="2400" b="1" dirty="0">
                  <a:solidFill>
                    <a:srgbClr val="0070C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F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3FDD74-0B53-457C-AF27-765C2D575C2A}"/>
                </a:ext>
              </a:extLst>
            </p:cNvPr>
            <p:cNvSpPr txBox="1"/>
            <p:nvPr/>
          </p:nvSpPr>
          <p:spPr>
            <a:xfrm>
              <a:off x="265442" y="4724266"/>
              <a:ext cx="3007279" cy="28623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Block Die-cut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Die-cut</a:t>
              </a:r>
              <a:endPara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th-TH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การประกบลูกฟูก</a:t>
              </a:r>
              <a:endPara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th-TH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แกะ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Inspection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th-TH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Assembly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th-TH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Coating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Packing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sz="20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Delivery</a:t>
              </a:r>
              <a:endPara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pic>
        <p:nvPicPr>
          <p:cNvPr id="3" name="Graphic 2" descr="Chevron arrows with solid fill">
            <a:extLst>
              <a:ext uri="{FF2B5EF4-FFF2-40B4-BE49-F238E27FC236}">
                <a16:creationId xmlns:a16="http://schemas.microsoft.com/office/drawing/2014/main" id="{956E6C45-2376-4BEB-B7DB-5EB0AB995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7227" y="2267023"/>
            <a:ext cx="622041" cy="622041"/>
          </a:xfrm>
          <a:prstGeom prst="rect">
            <a:avLst/>
          </a:prstGeom>
        </p:spPr>
      </p:pic>
      <p:pic>
        <p:nvPicPr>
          <p:cNvPr id="12" name="Graphic 11" descr="Chevron arrows with solid fill">
            <a:extLst>
              <a:ext uri="{FF2B5EF4-FFF2-40B4-BE49-F238E27FC236}">
                <a16:creationId xmlns:a16="http://schemas.microsoft.com/office/drawing/2014/main" id="{CF72C618-0663-422D-A419-236C189A2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7791" y="2267022"/>
            <a:ext cx="622041" cy="6220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D1919EE-29D3-49ED-87C1-74EA2144D283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รูปแบบการคำนวณ</a:t>
            </a:r>
            <a:endParaRPr lang="en-US" sz="2400" b="1" dirty="0">
              <a:solidFill>
                <a:srgbClr val="7030A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6" name="Graphic 15" descr="Badge 1 with solid fill">
            <a:extLst>
              <a:ext uri="{FF2B5EF4-FFF2-40B4-BE49-F238E27FC236}">
                <a16:creationId xmlns:a16="http://schemas.microsoft.com/office/drawing/2014/main" id="{83231B3E-F216-4761-8C65-8D765E2486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531" y="1652884"/>
            <a:ext cx="365760" cy="365760"/>
          </a:xfrm>
          <a:prstGeom prst="rect">
            <a:avLst/>
          </a:prstGeom>
        </p:spPr>
      </p:pic>
      <p:pic>
        <p:nvPicPr>
          <p:cNvPr id="17" name="Graphic 16" descr="Badge 3 with solid fill">
            <a:extLst>
              <a:ext uri="{FF2B5EF4-FFF2-40B4-BE49-F238E27FC236}">
                <a16:creationId xmlns:a16="http://schemas.microsoft.com/office/drawing/2014/main" id="{793BBCB7-23DB-4F1F-824D-DF6CC5847C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35661" y="1625949"/>
            <a:ext cx="365760" cy="365760"/>
          </a:xfrm>
          <a:prstGeom prst="rect">
            <a:avLst/>
          </a:prstGeom>
        </p:spPr>
      </p:pic>
      <p:pic>
        <p:nvPicPr>
          <p:cNvPr id="18" name="Graphic 17" descr="Badge with solid fill">
            <a:extLst>
              <a:ext uri="{FF2B5EF4-FFF2-40B4-BE49-F238E27FC236}">
                <a16:creationId xmlns:a16="http://schemas.microsoft.com/office/drawing/2014/main" id="{D75FEE42-AFFF-4A5F-B695-E22AAE46D9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86916" y="1618696"/>
            <a:ext cx="365760" cy="3657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0B355F5-244B-B988-9928-29E3F0831171}"/>
              </a:ext>
            </a:extLst>
          </p:cNvPr>
          <p:cNvSpPr txBox="1"/>
          <p:nvPr/>
        </p:nvSpPr>
        <p:spPr>
          <a:xfrm>
            <a:off x="449319" y="3429000"/>
            <a:ext cx="29827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**คำนวณเหมือนหลาย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Comp. </a:t>
            </a:r>
            <a:r>
              <a:rPr lang="th-TH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แต่ทุก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Comp. </a:t>
            </a:r>
            <a:r>
              <a:rPr lang="th-TH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ไม่จำเป็นต้องจำนวนเท่ากัน**</a:t>
            </a:r>
            <a:endParaRPr lang="en-US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E89D7F-9CD1-3819-FA75-162228645BF3}"/>
              </a:ext>
            </a:extLst>
          </p:cNvPr>
          <p:cNvSpPr txBox="1"/>
          <p:nvPr/>
        </p:nvSpPr>
        <p:spPr>
          <a:xfrm>
            <a:off x="8788448" y="4932274"/>
            <a:ext cx="2757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**คำนวณและหาเรทโดยใช้ค่ารวมของทุก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Comp.</a:t>
            </a:r>
            <a:r>
              <a:rPr lang="th-TH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**</a:t>
            </a:r>
            <a:endParaRPr lang="en-US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21327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Picture 463">
            <a:extLst>
              <a:ext uri="{FF2B5EF4-FFF2-40B4-BE49-F238E27FC236}">
                <a16:creationId xmlns:a16="http://schemas.microsoft.com/office/drawing/2014/main" id="{8FFAC071-2657-4C1B-A184-8A76551B8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3FC795-80DE-4E5E-A658-2AA24D182A41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rgbClr val="B4EDC3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คิดราคา</a:t>
            </a:r>
            <a:r>
              <a:rPr lang="th-TH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แยกแต่ละ </a:t>
            </a:r>
            <a:r>
              <a:rPr lang="en-US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7E6194-A189-4961-B7D0-471DC8A80E2A}"/>
              </a:ext>
            </a:extLst>
          </p:cNvPr>
          <p:cNvSpPr txBox="1"/>
          <p:nvPr/>
        </p:nvSpPr>
        <p:spPr>
          <a:xfrm>
            <a:off x="700288" y="452328"/>
            <a:ext cx="271520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Paper :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C0FAD2-DC4C-42A0-80D7-AE887819D3C0}"/>
              </a:ext>
            </a:extLst>
          </p:cNvPr>
          <p:cNvSpPr txBox="1"/>
          <p:nvPr/>
        </p:nvSpPr>
        <p:spPr>
          <a:xfrm>
            <a:off x="718531" y="2690487"/>
            <a:ext cx="271520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Special Ink :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Spec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แยกตาม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5DE41B-783D-4CEB-9C6F-58A71A4DEC0E}"/>
              </a:ext>
            </a:extLst>
          </p:cNvPr>
          <p:cNvSpPr txBox="1"/>
          <p:nvPr/>
        </p:nvSpPr>
        <p:spPr>
          <a:xfrm>
            <a:off x="6090556" y="455353"/>
            <a:ext cx="271520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Plate :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คำนวณตามสีที่ใช้ของแต่ละ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693253-E4EA-4A0F-A92F-81C74FE0F7CB}"/>
              </a:ext>
            </a:extLst>
          </p:cNvPr>
          <p:cNvSpPr txBox="1"/>
          <p:nvPr/>
        </p:nvSpPr>
        <p:spPr>
          <a:xfrm>
            <a:off x="6083952" y="3206780"/>
            <a:ext cx="366042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Print :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คำนวณตามสีและจำนวนใบพิมพ์ที่ใช้ของแต่ละ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F341B24-89A2-452D-A368-E94CE10697F0}"/>
              </a:ext>
            </a:extLst>
          </p:cNvPr>
          <p:cNvGrpSpPr/>
          <p:nvPr/>
        </p:nvGrpSpPr>
        <p:grpSpPr>
          <a:xfrm>
            <a:off x="623328" y="913161"/>
            <a:ext cx="5484931" cy="1623932"/>
            <a:chOff x="441646" y="213016"/>
            <a:chExt cx="6253749" cy="16239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0D427F-011B-4C5A-B696-0EA905AD96CD}"/>
                </a:ext>
              </a:extLst>
            </p:cNvPr>
            <p:cNvSpPr txBox="1"/>
            <p:nvPr/>
          </p:nvSpPr>
          <p:spPr>
            <a:xfrm>
              <a:off x="441646" y="213016"/>
              <a:ext cx="35705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Case 1: </a:t>
              </a:r>
              <a:r>
                <a:rPr lang="th-TH" sz="16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คิดราคาจากกระดาษม้วน</a:t>
              </a:r>
              <a:endPara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317BDE-EBAA-4C7C-885D-873E60ACC047}"/>
                </a:ext>
              </a:extLst>
            </p:cNvPr>
            <p:cNvSpPr txBox="1"/>
            <p:nvPr/>
          </p:nvSpPr>
          <p:spPr>
            <a:xfrm>
              <a:off x="441646" y="467773"/>
              <a:ext cx="6253749" cy="88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</a:pPr>
              <a:r>
                <a:rPr lang="en-US" sz="1600" dirty="0"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Unit price</a:t>
              </a:r>
              <a:r>
                <a:rPr lang="th-TH" sz="1600" dirty="0"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 </a:t>
              </a:r>
              <a:r>
                <a:rPr lang="en-US" sz="1600" dirty="0"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(B/kg) = paper cost(B/kg) x %mark-up x %</a:t>
              </a:r>
              <a:r>
                <a:rPr lang="th-TH" sz="1600" dirty="0"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ค่าตัดกระดาษม้วน</a:t>
              </a:r>
            </a:p>
            <a:p>
              <a:pPr>
                <a:lnSpc>
                  <a:spcPct val="107000"/>
                </a:lnSpc>
              </a:pPr>
              <a:r>
                <a:rPr lang="en-US" sz="1600" dirty="0"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Unit price</a:t>
              </a:r>
              <a:r>
                <a:rPr lang="th-TH" sz="1600" dirty="0"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 </a:t>
              </a:r>
              <a:r>
                <a:rPr lang="en-US" sz="1600" dirty="0"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(B/sheet) = paper size(</a:t>
              </a:r>
              <a:r>
                <a:rPr lang="en-US" sz="1600" dirty="0" err="1"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sqin</a:t>
              </a:r>
              <a:r>
                <a:rPr lang="en-US" sz="1600" dirty="0"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) x paper gram x Unit price(B/kg) /1,550,000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DD3A2BF-EB21-4DF4-A769-11455B1C567C}"/>
                </a:ext>
              </a:extLst>
            </p:cNvPr>
            <p:cNvSpPr txBox="1"/>
            <p:nvPr/>
          </p:nvSpPr>
          <p:spPr>
            <a:xfrm>
              <a:off x="441651" y="975604"/>
              <a:ext cx="35705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Case 2: </a:t>
              </a:r>
              <a:r>
                <a:rPr lang="th-TH" sz="16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คิดราคาจากกระดาษแผ่น </a:t>
              </a:r>
              <a:endPara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195DC82-BF45-43D2-93EC-9927944E01C4}"/>
                </a:ext>
              </a:extLst>
            </p:cNvPr>
            <p:cNvSpPr txBox="1"/>
            <p:nvPr/>
          </p:nvSpPr>
          <p:spPr>
            <a:xfrm>
              <a:off x="441646" y="1235940"/>
              <a:ext cx="5823556" cy="3558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dirty="0"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Unit price</a:t>
              </a:r>
              <a:r>
                <a:rPr lang="th-TH" sz="1600" dirty="0"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 </a:t>
              </a:r>
              <a:r>
                <a:rPr lang="en-US" sz="1600" dirty="0"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(B/sheet) = paper cost(B/sheet) x %mark-up</a:t>
              </a:r>
              <a:endParaRPr lang="en-US" sz="12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3FC811-67E9-4EC0-B183-B8F7815283A8}"/>
                </a:ext>
              </a:extLst>
            </p:cNvPr>
            <p:cNvSpPr txBox="1"/>
            <p:nvPr/>
          </p:nvSpPr>
          <p:spPr>
            <a:xfrm>
              <a:off x="441646" y="1481145"/>
              <a:ext cx="5162879" cy="3558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dirty="0"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Price =</a:t>
              </a:r>
              <a:r>
                <a:rPr lang="en-US" sz="1600" b="1" dirty="0"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 </a:t>
              </a:r>
              <a:r>
                <a:rPr lang="en-US" sz="1600" b="1" dirty="0">
                  <a:solidFill>
                    <a:srgbClr val="FF0000"/>
                  </a:solidFill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Qty</a:t>
              </a:r>
              <a:r>
                <a:rPr lang="th-TH" sz="1600" b="1" dirty="0">
                  <a:solidFill>
                    <a:srgbClr val="FF0000"/>
                  </a:solidFill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 </a:t>
              </a:r>
              <a:r>
                <a:rPr lang="en-US" sz="1600" b="1" dirty="0">
                  <a:solidFill>
                    <a:srgbClr val="FF0000"/>
                  </a:solidFill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(Paper Net </a:t>
              </a:r>
              <a:r>
                <a:rPr lang="th-TH" sz="1600" b="1" dirty="0">
                  <a:solidFill>
                    <a:srgbClr val="FF0000"/>
                  </a:solidFill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ของแต่ละ </a:t>
              </a:r>
              <a:r>
                <a:rPr lang="en-US" sz="1600" b="1" dirty="0">
                  <a:solidFill>
                    <a:srgbClr val="FF0000"/>
                  </a:solidFill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F) </a:t>
              </a:r>
              <a:r>
                <a:rPr lang="en-US" sz="1600" dirty="0">
                  <a:effectLst/>
                  <a:latin typeface="TH Sarabun New" panose="020B0500040200020003" pitchFamily="34" charset="-34"/>
                  <a:ea typeface="Calibri" panose="020F0502020204030204" pitchFamily="34" charset="0"/>
                  <a:cs typeface="TH Sarabun New" panose="020B0500040200020003" pitchFamily="34" charset="-34"/>
                </a:rPr>
                <a:t>x Unit price(B/sheet)</a:t>
              </a:r>
              <a:endParaRPr lang="en-US" sz="12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B040247-BA5A-47D8-8D1B-90C4D96B88BC}"/>
              </a:ext>
            </a:extLst>
          </p:cNvPr>
          <p:cNvSpPr txBox="1"/>
          <p:nvPr/>
        </p:nvSpPr>
        <p:spPr>
          <a:xfrm>
            <a:off x="5992036" y="877140"/>
            <a:ext cx="61022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แยกคิด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Outside, Inside</a:t>
            </a:r>
          </a:p>
          <a:p>
            <a:pPr marL="0" marR="0">
              <a:spcBef>
                <a:spcPts val="0"/>
              </a:spcBef>
            </a:pPr>
            <a:r>
              <a:rPr lang="th-TH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ประเภทพิมพ์ </a:t>
            </a:r>
            <a:r>
              <a:rPr lang="en-US" sz="16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:</a:t>
            </a:r>
            <a:r>
              <a:rPr lang="th-TH" sz="16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Offset</a:t>
            </a:r>
            <a:endParaRPr lang="en-US" sz="1600" b="1" u="sng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spcBef>
                <a:spcPts val="0"/>
              </a:spcBef>
            </a:pP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จำนวนสีที่พิมพ์ของ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นั้น ๆ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x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จำนวนยก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x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ราคาเพลท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/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สี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(800 B/color)</a:t>
            </a:r>
          </a:p>
          <a:p>
            <a:pPr marL="0" marR="0">
              <a:spcBef>
                <a:spcPts val="0"/>
              </a:spcBef>
            </a:pP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Qty (1 Plate) x Unit Price</a:t>
            </a:r>
            <a:endParaRPr lang="en-US" sz="16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r>
              <a:rPr lang="th-TH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ประเภทพิมพ์ </a:t>
            </a:r>
            <a:r>
              <a:rPr lang="en-US" sz="16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:</a:t>
            </a:r>
            <a:r>
              <a:rPr lang="th-TH" sz="16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u="sng" dirty="0" err="1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Flexo</a:t>
            </a:r>
            <a:endParaRPr lang="en-US" sz="1600" b="1" u="sng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5.4 *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1.1(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เพิ่ม 10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%) (THB/</a:t>
            </a:r>
            <a:r>
              <a:rPr lang="en-US" sz="1600" dirty="0" err="1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sqin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 * </a:t>
            </a:r>
            <a:r>
              <a:rPr lang="en-US" sz="1600" dirty="0" err="1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Flexo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size (in</a:t>
            </a:r>
            <a:r>
              <a:rPr lang="en-US" sz="1600" baseline="300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2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 </a:t>
            </a:r>
            <a:r>
              <a:rPr lang="th-TH" sz="1600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** ทุก </a:t>
            </a:r>
            <a:r>
              <a:rPr lang="en-US" sz="1600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ขนาดเท่ากัน</a:t>
            </a:r>
          </a:p>
          <a:p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= ups *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จำนวนสี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ที่พิมพ์ของ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นั้น ๆ </a:t>
            </a:r>
            <a:endParaRPr lang="en-US" sz="16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* Unit Price</a:t>
            </a:r>
            <a:endParaRPr lang="th-TH" sz="16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>
              <a:spcAft>
                <a:spcPts val="800"/>
              </a:spcAft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*** ตั้ง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ขั้นต่ำไว้ที่ 50 บาท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9B9E40-4518-4E39-8241-36539E6A5189}"/>
              </a:ext>
            </a:extLst>
          </p:cNvPr>
          <p:cNvSpPr txBox="1"/>
          <p:nvPr/>
        </p:nvSpPr>
        <p:spPr>
          <a:xfrm>
            <a:off x="5992036" y="3686296"/>
            <a:ext cx="6102220" cy="246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แยกคิด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Outside, Inside</a:t>
            </a:r>
            <a:endParaRPr lang="th-TH" sz="1600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>
              <a:lnSpc>
                <a:spcPct val="107000"/>
              </a:lnSpc>
            </a:pPr>
            <a:r>
              <a:rPr lang="th-TH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ประเภทพิมพ์</a:t>
            </a:r>
            <a:r>
              <a:rPr lang="en-US" sz="16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:</a:t>
            </a:r>
            <a:r>
              <a:rPr lang="th-TH" sz="16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Offset</a:t>
            </a:r>
            <a:endParaRPr lang="th-TH" sz="1600" b="1" u="sng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ค่าพิมพ์ เทียบจาก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ตารางราคา โดยใช้คอลัมน์ </a:t>
            </a:r>
            <a:r>
              <a:rPr lang="th-TH" sz="1600" b="1" dirty="0">
                <a:solidFill>
                  <a:srgbClr val="0070C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ค่าพิมพ์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, 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After ups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ของ 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นั้น ๆ </a:t>
            </a:r>
          </a:p>
          <a:p>
            <a:pPr>
              <a:lnSpc>
                <a:spcPct val="107000"/>
              </a:lnSpc>
            </a:pPr>
            <a:r>
              <a:rPr lang="th-TH" sz="16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ประเภทพิมพ์</a:t>
            </a:r>
            <a:r>
              <a:rPr lang="en-US" sz="1600" b="1" u="sng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: </a:t>
            </a:r>
            <a:r>
              <a:rPr lang="en-US" sz="1600" b="1" u="sng" dirty="0" err="1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Flexo</a:t>
            </a:r>
            <a:endParaRPr lang="en-US" sz="1600" b="1" u="sng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ค่าพิมพ์ 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เทียบจาก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ตารางราคา โดยใช้คอลัมน์ </a:t>
            </a:r>
            <a:r>
              <a:rPr lang="th-TH" sz="1600" b="1" dirty="0">
                <a:solidFill>
                  <a:srgbClr val="0070C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ค่าพิมพ์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, 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After ups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ของ 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นั้น ๆ </a:t>
            </a:r>
          </a:p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1 บาท/ใบพิมพ์ </a:t>
            </a:r>
            <a:r>
              <a:rPr lang="en-US" sz="1600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After ups</a:t>
            </a:r>
            <a:r>
              <a:rPr lang="en-US" sz="1600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  <a:endParaRPr lang="th-TH" sz="1600" dirty="0">
              <a:solidFill>
                <a:srgbClr val="FF0000"/>
              </a:solidFill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ink factor *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ค่าพิมพ์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*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จำนวนสีของ 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นั้น ๆ  </a:t>
            </a:r>
            <a:r>
              <a:rPr lang="en-US" sz="16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*</a:t>
            </a:r>
            <a:r>
              <a:rPr lang="th-TH" sz="16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 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ยก</a:t>
            </a:r>
            <a:endParaRPr lang="en-US" sz="16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= 1</a:t>
            </a:r>
          </a:p>
          <a:p>
            <a:pPr>
              <a:lnSpc>
                <a:spcPct val="107000"/>
              </a:lnSpc>
            </a:pP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Qty * Unit Price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5A3933-AEF9-4BE6-AB86-10EF28D31E27}"/>
              </a:ext>
            </a:extLst>
          </p:cNvPr>
          <p:cNvSpPr txBox="1"/>
          <p:nvPr/>
        </p:nvSpPr>
        <p:spPr>
          <a:xfrm>
            <a:off x="623328" y="4193376"/>
            <a:ext cx="47987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</a:pP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Special 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ขึ้นกับ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ชนิดกระดาษ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,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ลักษณะพิมพ์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,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ชนิดหมึก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,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ขนาดพื้นที่พิมพ์ 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(Lay Size) 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และ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จำนวนใบพิมพ์ 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(After Waste)</a:t>
            </a:r>
            <a:endParaRPr lang="th-TH" sz="16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</p:txBody>
      </p:sp>
      <p:pic>
        <p:nvPicPr>
          <p:cNvPr id="25" name="Graphic 24" descr="Badge 4 with solid fill">
            <a:extLst>
              <a:ext uri="{FF2B5EF4-FFF2-40B4-BE49-F238E27FC236}">
                <a16:creationId xmlns:a16="http://schemas.microsoft.com/office/drawing/2014/main" id="{747BD890-6FFC-4C99-A35A-40B29F129A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8192" y="3201556"/>
            <a:ext cx="365760" cy="365760"/>
          </a:xfrm>
          <a:prstGeom prst="rect">
            <a:avLst/>
          </a:prstGeom>
        </p:spPr>
      </p:pic>
      <p:pic>
        <p:nvPicPr>
          <p:cNvPr id="27" name="Graphic 26" descr="Badge 1 with solid fill">
            <a:extLst>
              <a:ext uri="{FF2B5EF4-FFF2-40B4-BE49-F238E27FC236}">
                <a16:creationId xmlns:a16="http://schemas.microsoft.com/office/drawing/2014/main" id="{B522C975-3A86-4F1C-BE9F-F2CAF6A711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2125" y="458823"/>
            <a:ext cx="365760" cy="365760"/>
          </a:xfrm>
          <a:prstGeom prst="rect">
            <a:avLst/>
          </a:prstGeom>
        </p:spPr>
      </p:pic>
      <p:pic>
        <p:nvPicPr>
          <p:cNvPr id="29" name="Graphic 28" descr="Badge 3 with solid fill">
            <a:extLst>
              <a:ext uri="{FF2B5EF4-FFF2-40B4-BE49-F238E27FC236}">
                <a16:creationId xmlns:a16="http://schemas.microsoft.com/office/drawing/2014/main" id="{1FEFE2B1-9D60-4019-A7EC-2B9FC67A06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01288" y="442810"/>
            <a:ext cx="365760" cy="365760"/>
          </a:xfrm>
          <a:prstGeom prst="rect">
            <a:avLst/>
          </a:prstGeom>
        </p:spPr>
      </p:pic>
      <p:pic>
        <p:nvPicPr>
          <p:cNvPr id="31" name="Graphic 30" descr="Badge with solid fill">
            <a:extLst>
              <a:ext uri="{FF2B5EF4-FFF2-40B4-BE49-F238E27FC236}">
                <a16:creationId xmlns:a16="http://schemas.microsoft.com/office/drawing/2014/main" id="{ABB1762F-742F-4FA1-B1FE-DA703D7634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2771" y="2703940"/>
            <a:ext cx="365760" cy="36576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389E085-8973-4B37-A5C6-6D6D45F26F5E}"/>
              </a:ext>
            </a:extLst>
          </p:cNvPr>
          <p:cNvSpPr txBox="1"/>
          <p:nvPr/>
        </p:nvSpPr>
        <p:spPr>
          <a:xfrm>
            <a:off x="623328" y="3147890"/>
            <a:ext cx="5054147" cy="1146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= roundup(1.05 * layout size *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after waste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ของ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นั้น ๆ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* </a:t>
            </a:r>
            <a:r>
              <a:rPr lang="en-US" sz="1600" b="1" dirty="0">
                <a:solidFill>
                  <a:srgbClr val="0070C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</a:t>
            </a:r>
            <a:r>
              <a:rPr lang="en-US" sz="1600" b="1" dirty="0">
                <a:solidFill>
                  <a:srgbClr val="0070C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illing percent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/ </a:t>
            </a:r>
            <a:r>
              <a:rPr lang="en-US" sz="1600" b="1" dirty="0">
                <a:solidFill>
                  <a:srgbClr val="00B05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factor)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เทียบกับ 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database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ด้วยชนิดหมึก</a:t>
            </a:r>
            <a:endParaRPr lang="th-TH" sz="1600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Qty * Unit Price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C7C6FD-75D9-4FDD-89C3-975FF8014B42}"/>
              </a:ext>
            </a:extLst>
          </p:cNvPr>
          <p:cNvSpPr txBox="1"/>
          <p:nvPr/>
        </p:nvSpPr>
        <p:spPr>
          <a:xfrm>
            <a:off x="9167581" y="467717"/>
            <a:ext cx="3018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*** คิดเหมือนการแยก 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Component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ในตอนนี้</a:t>
            </a:r>
            <a:endParaRPr lang="en-US" sz="1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74233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Picture 463">
            <a:extLst>
              <a:ext uri="{FF2B5EF4-FFF2-40B4-BE49-F238E27FC236}">
                <a16:creationId xmlns:a16="http://schemas.microsoft.com/office/drawing/2014/main" id="{8FFAC071-2657-4C1B-A184-8A76551B8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33B599-AA50-497B-A3E5-D75ED5DDE225}"/>
              </a:ext>
            </a:extLst>
          </p:cNvPr>
          <p:cNvSpPr txBox="1"/>
          <p:nvPr/>
        </p:nvSpPr>
        <p:spPr>
          <a:xfrm>
            <a:off x="9209210" y="0"/>
            <a:ext cx="2982790" cy="461665"/>
          </a:xfrm>
          <a:prstGeom prst="rect">
            <a:avLst/>
          </a:prstGeom>
          <a:solidFill>
            <a:srgbClr val="B4EDC3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คิดราคา</a:t>
            </a:r>
            <a:r>
              <a:rPr lang="th-TH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แยกตามรูปแบบ </a:t>
            </a:r>
            <a:r>
              <a:rPr lang="en-US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A5A924-191C-4AA4-8882-1E43CC00FD0B}"/>
              </a:ext>
            </a:extLst>
          </p:cNvPr>
          <p:cNvSpPr txBox="1"/>
          <p:nvPr/>
        </p:nvSpPr>
        <p:spPr>
          <a:xfrm>
            <a:off x="6163921" y="808681"/>
            <a:ext cx="506856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Foil-Stamp :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843B54-878E-46C1-9017-D53F6DD910DE}"/>
              </a:ext>
            </a:extLst>
          </p:cNvPr>
          <p:cNvSpPr txBox="1"/>
          <p:nvPr/>
        </p:nvSpPr>
        <p:spPr>
          <a:xfrm>
            <a:off x="5988847" y="1144241"/>
            <a:ext cx="5760008" cy="1919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</a:t>
            </a:r>
            <a:r>
              <a:rPr lang="en-US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Block</a:t>
            </a:r>
            <a:endParaRPr lang="en-US" sz="1600" u="sng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th-TH" sz="1600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 </a:t>
            </a:r>
            <a:r>
              <a:rPr lang="en-US" sz="1600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Block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: Unit price =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block size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x block price rate (cost table)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ถ้า น้อยกว่า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min cost (Default: 70 B/block)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min cost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th-TH" sz="1600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 ยิงฟิล์ม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: Unit price =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block size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x 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เรทยิงฟิล์ม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(Default: 1.25 B/</a:t>
            </a:r>
            <a:r>
              <a:rPr lang="en-US" sz="1600" dirty="0" err="1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sqin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ถ้า น้อยกว่า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min cost (Default: 120 B/block)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min cost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Unit Price 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Block + Unit Price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ค่ายิงฟิล์ม</a:t>
            </a:r>
            <a:endParaRPr lang="en-US" sz="1600" b="1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Price=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(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ups) 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x Unit Price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0DA656-2D52-41C3-8E53-E1B51E5F816A}"/>
              </a:ext>
            </a:extLst>
          </p:cNvPr>
          <p:cNvSpPr txBox="1"/>
          <p:nvPr/>
        </p:nvSpPr>
        <p:spPr>
          <a:xfrm>
            <a:off x="5979511" y="4582045"/>
            <a:ext cx="5769343" cy="1409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</a:t>
            </a:r>
            <a:r>
              <a:rPr lang="en-US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Foil stamp (labor)</a:t>
            </a:r>
            <a:endParaRPr lang="en-US" sz="1600" u="sng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B/sheet) = 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ใช้ จำนวน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after ups (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รวมทุก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ที่ใช้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Block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ชิ้นเดียวกัน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เทียบ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cost table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endParaRPr lang="en-US" sz="1600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Price(B/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ตัว)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= Unit Price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B/sheet) /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ups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Qty(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ยอดงานรวมทุก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ที่ใช้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Block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ชิ้นเดียวกัน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x Unit Price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ถ้า 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น้อยกว่า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min cost =&gt; Price = min cost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68073A-5152-4C0B-A13E-D777DC6EF990}"/>
              </a:ext>
            </a:extLst>
          </p:cNvPr>
          <p:cNvSpPr txBox="1"/>
          <p:nvPr/>
        </p:nvSpPr>
        <p:spPr>
          <a:xfrm>
            <a:off x="5988847" y="3014785"/>
            <a:ext cx="6195852" cy="1673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ค่าม้วน</a:t>
            </a:r>
            <a:r>
              <a:rPr lang="en-US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Foil</a:t>
            </a:r>
            <a:endParaRPr lang="en-US" sz="1600" u="sng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จำนวนที่ทำได้ต่อ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1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ม้วน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=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หน้ากว้างม้วน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/(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ความกว้าง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foil stamp + (2 x 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ระยะเผื่อด้านกว้าง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(0.5 inch))) x (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ความยาวม้วน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/(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ความยาว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foil stamp) +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ระยะเผื่อด้านยาว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1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inch)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ราคา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/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ม้วน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/ 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จำนวนที่ทำได้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/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ม้วน</a:t>
            </a:r>
            <a:endParaRPr lang="en-US" sz="1600" b="1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Qty(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ยอดงานรวมทุก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ที่ใช้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Block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ชิ้นเดียวกัน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x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คิดตามขนาดและประเภทที่ต่างกันมารวมกัน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D9EFDC-C690-4DFA-978D-676A8E62070C}"/>
              </a:ext>
            </a:extLst>
          </p:cNvPr>
          <p:cNvSpPr txBox="1"/>
          <p:nvPr/>
        </p:nvSpPr>
        <p:spPr>
          <a:xfrm>
            <a:off x="443145" y="808681"/>
            <a:ext cx="504086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Deboss/Emboss :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8D9AD0-1E6C-4E6B-A285-17A4F991E3A5}"/>
              </a:ext>
            </a:extLst>
          </p:cNvPr>
          <p:cNvSpPr txBox="1"/>
          <p:nvPr/>
        </p:nvSpPr>
        <p:spPr>
          <a:xfrm>
            <a:off x="402187" y="1144241"/>
            <a:ext cx="5475286" cy="1919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</a:t>
            </a:r>
            <a:r>
              <a:rPr lang="en-US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Block</a:t>
            </a:r>
            <a:endParaRPr lang="en-US" sz="1600" u="sng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th-TH" sz="1600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 </a:t>
            </a:r>
            <a:r>
              <a:rPr lang="en-US" sz="1600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Block: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block size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x block price rate (cost table)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ถ้า น้อยกว่า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min cost (Default: 70 B/block)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min cost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th-TH" sz="1600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 ยิงฟิล์ม</a:t>
            </a:r>
            <a:r>
              <a:rPr lang="en-US" sz="1600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: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block size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x 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เรทยิงฟิล์ม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(Default: 1.25 B/</a:t>
            </a:r>
            <a:r>
              <a:rPr lang="en-US" sz="1600" dirty="0" err="1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sqin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ถ้า น้อยกว่า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min cost (Default: 120 B/block)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min cost</a:t>
            </a:r>
            <a:endParaRPr lang="th-TH" sz="1600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Unit Price 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Block + Unit Price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ค่ายิงฟิล์ม</a:t>
            </a:r>
            <a:endParaRPr lang="en-US" sz="1600" b="1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Price=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(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ups) 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x Unit Price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05C063-885D-45E2-94A9-2B4821936190}"/>
              </a:ext>
            </a:extLst>
          </p:cNvPr>
          <p:cNvSpPr txBox="1"/>
          <p:nvPr/>
        </p:nvSpPr>
        <p:spPr>
          <a:xfrm>
            <a:off x="359860" y="2965956"/>
            <a:ext cx="6102220" cy="1409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</a:t>
            </a:r>
            <a:r>
              <a:rPr lang="en-US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bossing (</a:t>
            </a:r>
            <a:r>
              <a:rPr lang="th-TH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ค่าแรง</a:t>
            </a:r>
            <a:r>
              <a:rPr lang="en-US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  <a:endParaRPr lang="en-US" sz="1600" u="sng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B/sheet) = 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ใช้ จำนวน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after ups (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รวมทุก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ที่ใช้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Block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ชิ้นเดียวกัน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 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เทียบ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cost table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endParaRPr lang="en-US" sz="1600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Price(B/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ตัว)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= Unit Price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B/sheet) /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ups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(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ยอดงานรวมทุก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ที่ใช้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Block 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ชิ้นเดียวกัน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 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x Unit Price (B/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ตัว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ถ้า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น้อยกว่า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min cost =&gt; Price = min cost</a:t>
            </a:r>
          </a:p>
        </p:txBody>
      </p:sp>
      <p:pic>
        <p:nvPicPr>
          <p:cNvPr id="38" name="Graphic 37" descr="Badge 1 with solid fill">
            <a:extLst>
              <a:ext uri="{FF2B5EF4-FFF2-40B4-BE49-F238E27FC236}">
                <a16:creationId xmlns:a16="http://schemas.microsoft.com/office/drawing/2014/main" id="{934A2D24-67D5-47E8-8270-2ACAEF309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8" y="812253"/>
            <a:ext cx="365760" cy="365760"/>
          </a:xfrm>
          <a:prstGeom prst="rect">
            <a:avLst/>
          </a:prstGeom>
        </p:spPr>
      </p:pic>
      <p:pic>
        <p:nvPicPr>
          <p:cNvPr id="39" name="Graphic 38" descr="Badge with solid fill">
            <a:extLst>
              <a:ext uri="{FF2B5EF4-FFF2-40B4-BE49-F238E27FC236}">
                <a16:creationId xmlns:a16="http://schemas.microsoft.com/office/drawing/2014/main" id="{A1BEE877-2998-4372-BC1D-1B701D7AF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3494" y="804640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84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Picture 463">
            <a:extLst>
              <a:ext uri="{FF2B5EF4-FFF2-40B4-BE49-F238E27FC236}">
                <a16:creationId xmlns:a16="http://schemas.microsoft.com/office/drawing/2014/main" id="{8FFAC071-2657-4C1B-A184-8A76551B8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4BC0AD6-88E1-4A76-958B-10AD408CBBC9}"/>
              </a:ext>
            </a:extLst>
          </p:cNvPr>
          <p:cNvSpPr txBox="1"/>
          <p:nvPr/>
        </p:nvSpPr>
        <p:spPr>
          <a:xfrm>
            <a:off x="1017487" y="1710743"/>
            <a:ext cx="3969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แต่ละ 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ขนาดเท่ากันและ 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Pattern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แบบเดียวกัน จะ 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Lay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แบบเดียวกัน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***</a:t>
            </a:r>
            <a:r>
              <a:rPr lang="th-TH" sz="1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คิดค่า </a:t>
            </a:r>
            <a:r>
              <a:rPr lang="en-US" sz="1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Block </a:t>
            </a:r>
            <a:r>
              <a:rPr lang="th-TH" sz="1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แค่ 1 ครั้ง </a:t>
            </a:r>
            <a:endParaRPr lang="en-US" sz="16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A63BB-A6B3-4191-904B-88D0595C1810}"/>
              </a:ext>
            </a:extLst>
          </p:cNvPr>
          <p:cNvSpPr txBox="1"/>
          <p:nvPr/>
        </p:nvSpPr>
        <p:spPr>
          <a:xfrm>
            <a:off x="1062916" y="627101"/>
            <a:ext cx="371013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Block Die-cut :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15" name="Graphic 14" descr="Badge 1 with solid fill">
            <a:extLst>
              <a:ext uri="{FF2B5EF4-FFF2-40B4-BE49-F238E27FC236}">
                <a16:creationId xmlns:a16="http://schemas.microsoft.com/office/drawing/2014/main" id="{7E08529F-6BAB-46F2-AA02-34CDB162B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514" y="605204"/>
            <a:ext cx="365760" cy="365760"/>
          </a:xfrm>
          <a:prstGeom prst="rect">
            <a:avLst/>
          </a:prstGeom>
        </p:spPr>
      </p:pic>
      <p:pic>
        <p:nvPicPr>
          <p:cNvPr id="17" name="Graphic 16" descr="Badge with solid fill">
            <a:extLst>
              <a:ext uri="{FF2B5EF4-FFF2-40B4-BE49-F238E27FC236}">
                <a16:creationId xmlns:a16="http://schemas.microsoft.com/office/drawing/2014/main" id="{6F7055BC-1BF6-4B11-AB14-2628066484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3514" y="2303563"/>
            <a:ext cx="365760" cy="3657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B1A7963-D593-406C-B976-ACA7B27EB8F2}"/>
              </a:ext>
            </a:extLst>
          </p:cNvPr>
          <p:cNvSpPr txBox="1"/>
          <p:nvPr/>
        </p:nvSpPr>
        <p:spPr>
          <a:xfrm>
            <a:off x="1017488" y="950393"/>
            <a:ext cx="2948473" cy="882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</a:t>
            </a:r>
            <a:r>
              <a:rPr lang="en-US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Block</a:t>
            </a:r>
            <a:endParaRPr lang="en-US" sz="1600" u="sng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Block rate 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*</a:t>
            </a:r>
            <a:r>
              <a:rPr lang="en-US" sz="1600" b="1" dirty="0">
                <a:solidFill>
                  <a:srgbClr val="00B0F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Factor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Qty (1) x Unit Price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93635C-683D-4314-9985-9BDE9DA1C0F9}"/>
              </a:ext>
            </a:extLst>
          </p:cNvPr>
          <p:cNvSpPr txBox="1"/>
          <p:nvPr/>
        </p:nvSpPr>
        <p:spPr>
          <a:xfrm>
            <a:off x="1026737" y="4256774"/>
            <a:ext cx="5374001" cy="137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แต่ละ 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ขนาดเท่ากันและ 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Pattern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แบบเดียวกัน จะ 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Lay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แบบเดียวกัน </a:t>
            </a:r>
          </a:p>
          <a:p>
            <a:r>
              <a:rPr lang="th-TH" sz="1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***คิดค่า </a:t>
            </a:r>
            <a:r>
              <a:rPr lang="en-US" sz="1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Die-cut </a:t>
            </a:r>
            <a:r>
              <a:rPr lang="th-TH" sz="1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แค่ 1 ครั้ง</a:t>
            </a:r>
            <a:endParaRPr lang="en-US" sz="16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00B050"/>
                </a:solidFill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Factor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h-TH" sz="16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ถ้ามีการเคลือบ </a:t>
            </a:r>
            <a:r>
              <a:rPr lang="en-US" sz="16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OPP Window, factor = 2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h-TH" sz="16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ถ้าไม่มีการเคลือบ</a:t>
            </a:r>
            <a:r>
              <a:rPr lang="en-US" sz="1600" dirty="0">
                <a:latin typeface="Cordia New" panose="020B0304020202020204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 OPP Window, factor = 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29DCAD-CE4A-49E2-8B2A-FA6C226D07C4}"/>
              </a:ext>
            </a:extLst>
          </p:cNvPr>
          <p:cNvSpPr txBox="1"/>
          <p:nvPr/>
        </p:nvSpPr>
        <p:spPr>
          <a:xfrm>
            <a:off x="1099493" y="2328308"/>
            <a:ext cx="359816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Die-cut :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B5C2AE-C6DF-48AA-ADA3-6D816823637B}"/>
              </a:ext>
            </a:extLst>
          </p:cNvPr>
          <p:cNvSpPr txBox="1"/>
          <p:nvPr/>
        </p:nvSpPr>
        <p:spPr>
          <a:xfrm>
            <a:off x="1026738" y="2694068"/>
            <a:ext cx="5146926" cy="1673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ค่าแรง </a:t>
            </a:r>
            <a:r>
              <a:rPr lang="en-US" sz="1600" b="1" u="sng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(Labor)</a:t>
            </a:r>
            <a:endParaRPr lang="en-US" sz="1600" u="sng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B/sheet) = 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ใช้ จำนวน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after ups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รวมทุก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เทียบ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cost table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endParaRPr lang="en-US" sz="1600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Price(B/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ตัว)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= Unit Price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B/sheet) /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ups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* </a:t>
            </a:r>
            <a:r>
              <a:rPr lang="en-US" sz="1600" b="1" dirty="0">
                <a:solidFill>
                  <a:srgbClr val="00B05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Factor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(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ยอดงานรวมทุก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F) 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x Unit Price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ถ้า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น้อยกว่า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min cost =&gt; Price = min cost</a:t>
            </a:r>
            <a:endParaRPr lang="en-US" sz="1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7A22BE-65D7-4253-BB8F-A8C67C414978}"/>
              </a:ext>
            </a:extLst>
          </p:cNvPr>
          <p:cNvSpPr txBox="1"/>
          <p:nvPr/>
        </p:nvSpPr>
        <p:spPr>
          <a:xfrm>
            <a:off x="9213097" y="0"/>
            <a:ext cx="2982790" cy="461665"/>
          </a:xfrm>
          <a:prstGeom prst="rect">
            <a:avLst/>
          </a:prstGeom>
          <a:solidFill>
            <a:srgbClr val="B4EDC3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คิดราคา</a:t>
            </a:r>
            <a:r>
              <a:rPr lang="th-TH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รวมทุก </a:t>
            </a:r>
            <a:r>
              <a:rPr lang="en-US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483CAC-6ED1-497A-A507-DEC7C854475B}"/>
              </a:ext>
            </a:extLst>
          </p:cNvPr>
          <p:cNvSpPr txBox="1"/>
          <p:nvPr/>
        </p:nvSpPr>
        <p:spPr>
          <a:xfrm>
            <a:off x="5769274" y="626316"/>
            <a:ext cx="237531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แกะ</a:t>
            </a:r>
            <a:r>
              <a:rPr lang="en-US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84C415-58BB-49B6-AC4A-33864F4C3758}"/>
              </a:ext>
            </a:extLst>
          </p:cNvPr>
          <p:cNvSpPr txBox="1"/>
          <p:nvPr/>
        </p:nvSpPr>
        <p:spPr>
          <a:xfrm>
            <a:off x="5674402" y="1079810"/>
            <a:ext cx="3906806" cy="91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ใช้ 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จำนวนยอดรวมทุก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เทียบ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cost table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(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จำนวนยอดทั้งหมดรวมทุก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x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ถ้า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Price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น้อยกว่า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min cost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=&gt;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min cost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667E21-EE09-45FC-AAAD-CD8E123D151C}"/>
              </a:ext>
            </a:extLst>
          </p:cNvPr>
          <p:cNvSpPr txBox="1"/>
          <p:nvPr/>
        </p:nvSpPr>
        <p:spPr>
          <a:xfrm>
            <a:off x="5769274" y="1983132"/>
            <a:ext cx="237531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Assembly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42F7C8-133C-4D0E-BA63-EB506A8DF391}"/>
              </a:ext>
            </a:extLst>
          </p:cNvPr>
          <p:cNvSpPr txBox="1"/>
          <p:nvPr/>
        </p:nvSpPr>
        <p:spPr>
          <a:xfrm>
            <a:off x="5700612" y="2351441"/>
            <a:ext cx="4448580" cy="1673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เช็ค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Assembly type 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ว่าเป็น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ประเภทไหน จาก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open size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เทียบ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database</a:t>
            </a:r>
            <a:endParaRPr lang="en-US" sz="1600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</a:t>
            </a:r>
            <a:r>
              <a:rPr lang="en-US" sz="16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nit price 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 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ใช้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จำนวนยอดงานรวมทุก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เทียบจาก</a:t>
            </a:r>
            <a:r>
              <a:rPr lang="en-US" sz="16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database</a:t>
            </a:r>
            <a:r>
              <a:rPr lang="th-TH" sz="16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โดยใช้  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Assembly Type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*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Assembly Factor</a:t>
            </a:r>
            <a:endParaRPr lang="en-US" sz="1600" b="1" dirty="0">
              <a:solidFill>
                <a:srgbClr val="00B050"/>
              </a:solidFill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=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จำนวน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ยอดงานรวมทุก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endParaRPr lang="th-TH" sz="1600" b="1" dirty="0">
              <a:solidFill>
                <a:srgbClr val="FF0000"/>
              </a:solidFill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Unit Price * Qty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ถ้า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น้อยกว่า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min price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ให้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price = min price</a:t>
            </a:r>
            <a:endParaRPr lang="th-TH" sz="1600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</p:txBody>
      </p:sp>
      <p:pic>
        <p:nvPicPr>
          <p:cNvPr id="46" name="Graphic 45" descr="Badge 3 with solid fill">
            <a:extLst>
              <a:ext uri="{FF2B5EF4-FFF2-40B4-BE49-F238E27FC236}">
                <a16:creationId xmlns:a16="http://schemas.microsoft.com/office/drawing/2014/main" id="{C058AB05-607F-45B8-900C-9A3DFBD2EA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03514" y="605204"/>
            <a:ext cx="365760" cy="36576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340C2C7-5274-41E2-ADBC-5DAAFF0585AB}"/>
              </a:ext>
            </a:extLst>
          </p:cNvPr>
          <p:cNvSpPr txBox="1"/>
          <p:nvPr/>
        </p:nvSpPr>
        <p:spPr>
          <a:xfrm>
            <a:off x="5769274" y="4047781"/>
            <a:ext cx="237531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Packing</a:t>
            </a:r>
            <a:r>
              <a:rPr lang="th-TH" sz="1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58D4A4-E365-4EAB-A65B-FEA89AFDCB34}"/>
              </a:ext>
            </a:extLst>
          </p:cNvPr>
          <p:cNvSpPr txBox="1"/>
          <p:nvPr/>
        </p:nvSpPr>
        <p:spPr>
          <a:xfrm>
            <a:off x="5711992" y="4398589"/>
            <a:ext cx="4523224" cy="91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ใช้ตามประเภทการ </a:t>
            </a:r>
            <a:r>
              <a:rPr lang="en-US" sz="16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Pack</a:t>
            </a:r>
            <a:endParaRPr lang="en-US" sz="1600" b="1" dirty="0">
              <a:solidFill>
                <a:srgbClr val="FF0000"/>
              </a:solidFill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(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Pack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x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ถ้า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Price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น้อยกว่า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min cost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=&gt;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min cost</a:t>
            </a:r>
          </a:p>
        </p:txBody>
      </p:sp>
      <p:pic>
        <p:nvPicPr>
          <p:cNvPr id="49" name="Graphic 48" descr="Badge 5 with solid fill">
            <a:extLst>
              <a:ext uri="{FF2B5EF4-FFF2-40B4-BE49-F238E27FC236}">
                <a16:creationId xmlns:a16="http://schemas.microsoft.com/office/drawing/2014/main" id="{132953FB-44D1-457F-BE7F-3BA562ABF7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03514" y="4025884"/>
            <a:ext cx="365760" cy="365760"/>
          </a:xfrm>
          <a:prstGeom prst="rect">
            <a:avLst/>
          </a:prstGeom>
        </p:spPr>
      </p:pic>
      <p:pic>
        <p:nvPicPr>
          <p:cNvPr id="50" name="Graphic 49" descr="Badge 4 with solid fill">
            <a:extLst>
              <a:ext uri="{FF2B5EF4-FFF2-40B4-BE49-F238E27FC236}">
                <a16:creationId xmlns:a16="http://schemas.microsoft.com/office/drawing/2014/main" id="{220F773C-B5A5-468A-8D73-3A23C033FF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00104" y="1999564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15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Picture 463">
            <a:extLst>
              <a:ext uri="{FF2B5EF4-FFF2-40B4-BE49-F238E27FC236}">
                <a16:creationId xmlns:a16="http://schemas.microsoft.com/office/drawing/2014/main" id="{8FFAC071-2657-4C1B-A184-8A76551B8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3FC795-80DE-4E5E-A658-2AA24D182A41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rgbClr val="B4EDC3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คิดราคา</a:t>
            </a:r>
            <a:r>
              <a:rPr lang="th-TH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รวมทุก </a:t>
            </a:r>
            <a:r>
              <a:rPr lang="en-US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5DE41B-783D-4CEB-9C6F-58A71A4DEC0E}"/>
              </a:ext>
            </a:extLst>
          </p:cNvPr>
          <p:cNvSpPr txBox="1"/>
          <p:nvPr/>
        </p:nvSpPr>
        <p:spPr>
          <a:xfrm>
            <a:off x="1088361" y="1177130"/>
            <a:ext cx="271520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Inspection :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5AB367-38DD-4941-B1B6-BBB8585ADC46}"/>
              </a:ext>
            </a:extLst>
          </p:cNvPr>
          <p:cNvSpPr txBox="1"/>
          <p:nvPr/>
        </p:nvSpPr>
        <p:spPr>
          <a:xfrm>
            <a:off x="1019699" y="1644139"/>
            <a:ext cx="4049681" cy="91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ใช้ 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จำนวนยอดรวมทุก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เทียบ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cost table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 Qty (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จำนวนยอดทั้งหมดรวมทุก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x</a:t>
            </a:r>
            <a:r>
              <a:rPr lang="th-TH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ถ้า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Price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น้อยกว่า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min cost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=&gt;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min cost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A505D6-E443-4069-9AD4-0FB8E68EA5D1}"/>
              </a:ext>
            </a:extLst>
          </p:cNvPr>
          <p:cNvSpPr txBox="1"/>
          <p:nvPr/>
        </p:nvSpPr>
        <p:spPr>
          <a:xfrm>
            <a:off x="6263176" y="1180013"/>
            <a:ext cx="270981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Coating :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5B7228-36EC-4F0F-8D30-E5A49C54C055}"/>
              </a:ext>
            </a:extLst>
          </p:cNvPr>
          <p:cNvSpPr txBox="1"/>
          <p:nvPr/>
        </p:nvSpPr>
        <p:spPr>
          <a:xfrm>
            <a:off x="6263176" y="3099848"/>
            <a:ext cx="270981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Delivery</a:t>
            </a:r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40" name="Graphic 39" descr="Badge 6 with solid fill">
            <a:extLst>
              <a:ext uri="{FF2B5EF4-FFF2-40B4-BE49-F238E27FC236}">
                <a16:creationId xmlns:a16="http://schemas.microsoft.com/office/drawing/2014/main" id="{6E9ED608-242F-455C-83EF-DF4D3F65A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802" y="1167268"/>
            <a:ext cx="365760" cy="36576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25C9022-DC75-4F55-83A7-378038AC91AF}"/>
              </a:ext>
            </a:extLst>
          </p:cNvPr>
          <p:cNvSpPr txBox="1"/>
          <p:nvPr/>
        </p:nvSpPr>
        <p:spPr>
          <a:xfrm>
            <a:off x="6189121" y="3467550"/>
            <a:ext cx="54058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กรณีไม่แบ่งส่ง</a:t>
            </a:r>
            <a:endParaRPr lang="en-US" sz="16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คิดจากน้ำหนักต่อ 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Pack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และจำนวน 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Pack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รวมของทุก 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  <a:endParaRPr lang="th-TH" sz="1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Gross weight/Pack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*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 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Pack =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น้ำหนักรวม</a:t>
            </a:r>
            <a:endParaRPr lang="en-US" sz="1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6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กรณีแบ่งส่ง</a:t>
            </a:r>
            <a:endParaRPr lang="en-US" sz="1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คิดน้ำหนักรวมตามรอบที่ส่ง</a:t>
            </a:r>
          </a:p>
          <a:p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Gross weight/Pack *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 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Pack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ในรอบนั้น ๆ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=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น้ำหนักรวมของรอบนั้น</a:t>
            </a:r>
            <a:r>
              <a:rPr lang="en-US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1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ๆ</a:t>
            </a:r>
            <a:endParaRPr lang="en-US" sz="1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2591AC-AEC3-474E-8C9D-CBB2A29A2F70}"/>
              </a:ext>
            </a:extLst>
          </p:cNvPr>
          <p:cNvSpPr txBox="1"/>
          <p:nvPr/>
        </p:nvSpPr>
        <p:spPr>
          <a:xfrm>
            <a:off x="6164083" y="1655098"/>
            <a:ext cx="4146243" cy="1409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= 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Paper Print (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รวมทุก 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F)</a:t>
            </a:r>
            <a:endParaRPr lang="th-TH" sz="1600" b="1" dirty="0">
              <a:solidFill>
                <a:srgbClr val="FF0000"/>
              </a:solidFill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</a:t>
            </a:r>
            <a:r>
              <a:rPr lang="en-US" sz="16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คำนวณตามชนิดการเคลือบ</a:t>
            </a:r>
            <a:endParaRPr lang="en-US" sz="16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=</a:t>
            </a:r>
            <a:r>
              <a:rPr lang="en-US" sz="1600" b="1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* Unit price</a:t>
            </a:r>
            <a:endParaRPr lang="th-TH" sz="16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กรณีเคลือบ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UV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เว้นลิ้น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(UV_GAP) 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และ 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Spot </a:t>
            </a:r>
            <a:r>
              <a:rPr lang="en-US" sz="1600" dirty="0" err="1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waterbase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จะมี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cost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ผ้ายางเพิ่มในส่วนของ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material 3,000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บาท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***</a:t>
            </a: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คิดแค่ครั้งเดียว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7C106F-7DAE-419E-936C-EDBF14C6ABF7}"/>
              </a:ext>
            </a:extLst>
          </p:cNvPr>
          <p:cNvSpPr txBox="1"/>
          <p:nvPr/>
        </p:nvSpPr>
        <p:spPr>
          <a:xfrm>
            <a:off x="1088361" y="2591615"/>
            <a:ext cx="270981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th-TH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การประกบลูกฟูก</a:t>
            </a:r>
            <a:r>
              <a:rPr lang="en-US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D4E017-7AB1-4944-8438-DD0868591993}"/>
              </a:ext>
            </a:extLst>
          </p:cNvPr>
          <p:cNvSpPr txBox="1"/>
          <p:nvPr/>
        </p:nvSpPr>
        <p:spPr>
          <a:xfrm>
            <a:off x="1031079" y="2960947"/>
            <a:ext cx="4735239" cy="1409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= after ups + waste of corrugated board (</a:t>
            </a:r>
            <a:r>
              <a:rPr lang="th-TH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เทียบจากตารางใน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da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t</a:t>
            </a:r>
            <a:r>
              <a:rPr lang="en-US" sz="1600" dirty="0"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abase)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คิด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แยกตาม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 แล้วนำจำนวนของแต่ละ </a:t>
            </a:r>
            <a:r>
              <a:rPr lang="en-US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b="1" dirty="0">
                <a:solidFill>
                  <a:srgbClr val="FF0000"/>
                </a:solidFill>
                <a:effectLst/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มารวมกัน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Unit price = Corrugated size (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ทุก 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F 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ต้องเท่ากัน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 * </a:t>
            </a: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เรทติดกาว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(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Default rate = 0.0015 B/</a:t>
            </a:r>
            <a:r>
              <a:rPr lang="en-US" sz="1600" dirty="0" err="1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sqin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)</a:t>
            </a:r>
            <a:endParaRPr lang="th-TH" sz="1600" dirty="0"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Price = </a:t>
            </a:r>
            <a:r>
              <a:rPr lang="en-US" sz="1600" b="1" dirty="0">
                <a:solidFill>
                  <a:srgbClr val="FF0000"/>
                </a:solidFill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Qty </a:t>
            </a:r>
            <a:r>
              <a:rPr lang="en-US" sz="1600" dirty="0">
                <a:latin typeface="TH Sarabun New" panose="020B0500040200020003" pitchFamily="34" charset="-34"/>
                <a:ea typeface="Calibri" panose="020F0502020204030204" pitchFamily="34" charset="0"/>
                <a:cs typeface="TH Sarabun New" panose="020B0500040200020003" pitchFamily="34" charset="-34"/>
              </a:rPr>
              <a:t>* Unit Price</a:t>
            </a:r>
            <a:endParaRPr lang="en-US" sz="1600" dirty="0">
              <a:effectLst/>
              <a:latin typeface="TH Sarabun New" panose="020B0500040200020003" pitchFamily="34" charset="-34"/>
              <a:ea typeface="Calibri" panose="020F0502020204030204" pitchFamily="34" charset="0"/>
              <a:cs typeface="TH Sarabun New" panose="020B0500040200020003" pitchFamily="34" charset="-34"/>
            </a:endParaRPr>
          </a:p>
        </p:txBody>
      </p:sp>
      <p:pic>
        <p:nvPicPr>
          <p:cNvPr id="8" name="Graphic 7" descr="Badge 7 with solid fill">
            <a:extLst>
              <a:ext uri="{FF2B5EF4-FFF2-40B4-BE49-F238E27FC236}">
                <a16:creationId xmlns:a16="http://schemas.microsoft.com/office/drawing/2014/main" id="{FF3E6E50-934B-4AC9-BA71-1F6E66663C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601" y="2591615"/>
            <a:ext cx="365760" cy="365760"/>
          </a:xfrm>
          <a:prstGeom prst="rect">
            <a:avLst/>
          </a:prstGeom>
        </p:spPr>
      </p:pic>
      <p:pic>
        <p:nvPicPr>
          <p:cNvPr id="19" name="Graphic 18" descr="Badge 9 with solid fill">
            <a:extLst>
              <a:ext uri="{FF2B5EF4-FFF2-40B4-BE49-F238E27FC236}">
                <a16:creationId xmlns:a16="http://schemas.microsoft.com/office/drawing/2014/main" id="{9A446CC2-587A-4541-A5BC-CA62FE815C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97416" y="3101790"/>
            <a:ext cx="365760" cy="365760"/>
          </a:xfrm>
          <a:prstGeom prst="rect">
            <a:avLst/>
          </a:prstGeom>
        </p:spPr>
      </p:pic>
      <p:pic>
        <p:nvPicPr>
          <p:cNvPr id="47" name="Graphic 46" descr="Badge 8 with solid fill">
            <a:extLst>
              <a:ext uri="{FF2B5EF4-FFF2-40B4-BE49-F238E27FC236}">
                <a16:creationId xmlns:a16="http://schemas.microsoft.com/office/drawing/2014/main" id="{D361F469-8D14-4E95-8298-9AE92B5FD0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97416" y="1178071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853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Picture 463">
            <a:extLst>
              <a:ext uri="{FF2B5EF4-FFF2-40B4-BE49-F238E27FC236}">
                <a16:creationId xmlns:a16="http://schemas.microsoft.com/office/drawing/2014/main" id="{8FFAC071-2657-4C1B-A184-8A76551B8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sp>
        <p:nvSpPr>
          <p:cNvPr id="465" name="TextBox 464">
            <a:extLst>
              <a:ext uri="{FF2B5EF4-FFF2-40B4-BE49-F238E27FC236}">
                <a16:creationId xmlns:a16="http://schemas.microsoft.com/office/drawing/2014/main" id="{74641B5D-5633-4AD6-8CD0-40C3C713933C}"/>
              </a:ext>
            </a:extLst>
          </p:cNvPr>
          <p:cNvSpPr txBox="1"/>
          <p:nvPr/>
        </p:nvSpPr>
        <p:spPr>
          <a:xfrm>
            <a:off x="2232820" y="2921168"/>
            <a:ext cx="77154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6000" b="1" spc="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การแสดงผล</a:t>
            </a:r>
            <a:r>
              <a:rPr lang="th-TH" sz="6000" b="1" spc="600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งานหลาย </a:t>
            </a:r>
            <a:r>
              <a:rPr lang="en-US" sz="6000" b="1" spc="600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547448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C21AD6-00A9-442E-B1F3-1C81A86B5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48267B1F-97C7-4830-8B01-9E4EA09908DA}"/>
              </a:ext>
            </a:extLst>
          </p:cNvPr>
          <p:cNvSpPr txBox="1"/>
          <p:nvPr/>
        </p:nvSpPr>
        <p:spPr>
          <a:xfrm>
            <a:off x="280643" y="579737"/>
            <a:ext cx="3007279" cy="13234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Paper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Special Ink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Plate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Print</a:t>
            </a:r>
            <a:endParaRPr lang="th-TH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D33553-4FC5-4D27-BDD8-E986270DE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191" y="145997"/>
            <a:ext cx="5033889" cy="6389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AF4E63-DD94-DA42-88E3-7CED0AD2C2E7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rgbClr val="FDDFDF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1. คิดราคา</a:t>
            </a:r>
            <a:r>
              <a:rPr lang="th-TH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แยกแต่ละ </a:t>
            </a:r>
            <a:r>
              <a:rPr lang="en-US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054375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174700-2808-42BB-9E50-B2139FDF7F5C}"/>
              </a:ext>
            </a:extLst>
          </p:cNvPr>
          <p:cNvSpPr txBox="1"/>
          <p:nvPr/>
        </p:nvSpPr>
        <p:spPr>
          <a:xfrm>
            <a:off x="362165" y="620366"/>
            <a:ext cx="2812259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Deboss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Emboss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Foil-Stamp</a:t>
            </a:r>
            <a:endParaRPr lang="th-TH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F46F71-6618-4A10-B506-7CE1399B4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B00E389-1AC9-787B-E984-02466BBD1CCB}"/>
              </a:ext>
            </a:extLst>
          </p:cNvPr>
          <p:cNvSpPr txBox="1"/>
          <p:nvPr/>
        </p:nvSpPr>
        <p:spPr>
          <a:xfrm>
            <a:off x="78861" y="1713634"/>
            <a:ext cx="31808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**เลือกว่า </a:t>
            </a:r>
            <a:r>
              <a:rPr lang="en-US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Foil Stamp</a:t>
            </a: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ใช้กับ</a:t>
            </a:r>
            <a:r>
              <a:rPr lang="en-US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F </a:t>
            </a: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ไหนบ้าง</a:t>
            </a:r>
          </a:p>
          <a:p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***การคำนวณราคาเหมือนการคิด </a:t>
            </a:r>
            <a:r>
              <a:rPr lang="en-US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Foil Stamp </a:t>
            </a: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ปกติ คือ ในการเลือก </a:t>
            </a:r>
            <a:r>
              <a:rPr lang="en-US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process </a:t>
            </a: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นี้ 1 ครั้ง </a:t>
            </a:r>
          </a:p>
          <a:p>
            <a:pPr marL="285750" indent="-285750">
              <a:buFontTx/>
              <a:buChar char="-"/>
            </a:pP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ค่า </a:t>
            </a:r>
            <a:r>
              <a:rPr lang="en-US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Block </a:t>
            </a: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แยกตามขนาดที่กรอก</a:t>
            </a:r>
          </a:p>
          <a:p>
            <a:pPr marL="285750" indent="-285750">
              <a:buFontTx/>
              <a:buChar char="-"/>
            </a:pP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ค่าม้วน </a:t>
            </a:r>
            <a:r>
              <a:rPr lang="en-US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Foil </a:t>
            </a: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คิดทุกขนาดแล้วรวมเรท</a:t>
            </a:r>
          </a:p>
          <a:p>
            <a:pPr marL="285750" indent="-285750">
              <a:buFontTx/>
              <a:buChar char="-"/>
            </a:pP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ค่า </a:t>
            </a:r>
            <a:r>
              <a:rPr lang="en-US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Foil Stamp (labor) </a:t>
            </a: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คิด 1 ครั้ง ด้วยยอดรวมของทุก </a:t>
            </a:r>
            <a:r>
              <a:rPr lang="en-US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ที่เลือก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61E2E39-3BFE-F2C5-A5B5-4981B4FD3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956" y="575926"/>
            <a:ext cx="8580120" cy="56692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1099E6-72F2-39EB-3FC0-DDA5616C0EF2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rgbClr val="FDDFDF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 คิดราคา</a:t>
            </a:r>
            <a:r>
              <a:rPr lang="th-TH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แยกตามรูปแบบ </a:t>
            </a:r>
            <a:r>
              <a:rPr lang="en-US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</a:p>
        </p:txBody>
      </p:sp>
    </p:spTree>
    <p:extLst>
      <p:ext uri="{BB962C8B-B14F-4D97-AF65-F5344CB8AC3E}">
        <p14:creationId xmlns:p14="http://schemas.microsoft.com/office/powerpoint/2010/main" val="242038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AAABF5-481C-9484-2AC0-3278187E2CD3}"/>
              </a:ext>
            </a:extLst>
          </p:cNvPr>
          <p:cNvSpPr txBox="1"/>
          <p:nvPr/>
        </p:nvSpPr>
        <p:spPr>
          <a:xfrm>
            <a:off x="362165" y="620366"/>
            <a:ext cx="2812259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Deboss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Emboss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Foil-Stamp</a:t>
            </a:r>
            <a:endParaRPr lang="th-TH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56326-6DAD-39BB-8BCB-5951F7BCFCEE}"/>
              </a:ext>
            </a:extLst>
          </p:cNvPr>
          <p:cNvSpPr txBox="1"/>
          <p:nvPr/>
        </p:nvSpPr>
        <p:spPr>
          <a:xfrm>
            <a:off x="78861" y="1713634"/>
            <a:ext cx="35880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**เลือกว่า </a:t>
            </a:r>
            <a:r>
              <a:rPr lang="en-US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Emboss/Deboss </a:t>
            </a: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ใช้กับ</a:t>
            </a:r>
            <a:r>
              <a:rPr lang="en-US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F </a:t>
            </a: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ไหนบ้าง</a:t>
            </a:r>
          </a:p>
          <a:p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***การคำนวณราคาเหมือนการคิดปกติ คือ ในการเลือก </a:t>
            </a:r>
            <a:r>
              <a:rPr lang="en-US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process </a:t>
            </a: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นี้ 1 ครั้ง </a:t>
            </a:r>
          </a:p>
          <a:p>
            <a:pPr marL="285750" indent="-285750">
              <a:buFontTx/>
              <a:buChar char="-"/>
            </a:pP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ค่า </a:t>
            </a:r>
            <a:r>
              <a:rPr lang="en-US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Block </a:t>
            </a: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แยกตามขนาดที่กรอก</a:t>
            </a:r>
          </a:p>
          <a:p>
            <a:pPr marL="285750" indent="-285750">
              <a:buFontTx/>
              <a:buChar char="-"/>
            </a:pP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ค่า </a:t>
            </a:r>
            <a:r>
              <a:rPr lang="en-US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Bossing (labor) </a:t>
            </a: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คิด 1 ครั้ง ด้วยยอดรวมของทุก </a:t>
            </a:r>
            <a:r>
              <a:rPr lang="en-US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  <a:r>
              <a:rPr lang="th-TH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ที่เลือก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CE471-25A3-42FD-915D-DF262F6C9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CB8A7C-F823-A732-AB91-7DE829300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234" y="1047749"/>
            <a:ext cx="7258517" cy="45876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926B48-BE9D-83FE-A8E7-3CB9FEBC295E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rgbClr val="FDDFDF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 คิดราคา</a:t>
            </a:r>
            <a:r>
              <a:rPr lang="th-TH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แยกตามรูปแบบ </a:t>
            </a:r>
            <a:r>
              <a:rPr lang="en-US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</a:p>
        </p:txBody>
      </p:sp>
    </p:spTree>
    <p:extLst>
      <p:ext uri="{BB962C8B-B14F-4D97-AF65-F5344CB8AC3E}">
        <p14:creationId xmlns:p14="http://schemas.microsoft.com/office/powerpoint/2010/main" val="3799934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245839-8BD0-473D-B196-F3A219AF82E0}"/>
              </a:ext>
            </a:extLst>
          </p:cNvPr>
          <p:cNvSpPr txBox="1"/>
          <p:nvPr/>
        </p:nvSpPr>
        <p:spPr>
          <a:xfrm>
            <a:off x="279689" y="737656"/>
            <a:ext cx="2538156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highlight>
                  <a:srgbClr val="FFFF00"/>
                </a:highlight>
                <a:latin typeface="TH Sarabun New" panose="020B0500040200020003" pitchFamily="34" charset="-34"/>
                <a:cs typeface="TH Sarabun New" panose="020B0500040200020003" pitchFamily="34" charset="-34"/>
              </a:rPr>
              <a:t>Block Die-cut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highlight>
                  <a:srgbClr val="FFFF00"/>
                </a:highlight>
                <a:latin typeface="TH Sarabun New" panose="020B0500040200020003" pitchFamily="34" charset="-34"/>
                <a:cs typeface="TH Sarabun New" panose="020B0500040200020003" pitchFamily="34" charset="-34"/>
              </a:rPr>
              <a:t>Die-cut</a:t>
            </a:r>
            <a:endParaRPr lang="th-TH" sz="2000" b="1" dirty="0">
              <a:highlight>
                <a:srgbClr val="FFFF00"/>
              </a:highlight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h-TH" sz="2000" b="1" dirty="0">
                <a:highlight>
                  <a:srgbClr val="FFFF00"/>
                </a:highlight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การประกบลูกฟูก</a:t>
            </a:r>
            <a:endParaRPr lang="en-US" sz="2000" b="1" dirty="0">
              <a:highlight>
                <a:srgbClr val="FFFF00"/>
              </a:highlight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th-TH" sz="2000" b="1" dirty="0">
                <a:highlight>
                  <a:srgbClr val="FFFF00"/>
                </a:highlight>
                <a:latin typeface="TH Sarabun New" panose="020B0500040200020003" pitchFamily="34" charset="-34"/>
                <a:cs typeface="TH Sarabun New" panose="020B0500040200020003" pitchFamily="34" charset="-34"/>
              </a:rPr>
              <a:t>แกะ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highlight>
                  <a:srgbClr val="FFFF00"/>
                </a:highlight>
                <a:latin typeface="TH Sarabun New" panose="020B0500040200020003" pitchFamily="34" charset="-34"/>
                <a:cs typeface="TH Sarabun New" panose="020B0500040200020003" pitchFamily="34" charset="-34"/>
              </a:rPr>
              <a:t>Inspection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h-TH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000" b="1" dirty="0">
                <a:highlight>
                  <a:srgbClr val="FFFF00"/>
                </a:highlight>
                <a:latin typeface="TH Sarabun New" panose="020B0500040200020003" pitchFamily="34" charset="-34"/>
                <a:cs typeface="TH Sarabun New" panose="020B0500040200020003" pitchFamily="34" charset="-34"/>
              </a:rPr>
              <a:t>Assembly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h-TH" sz="2000" b="1" dirty="0">
                <a:highlight>
                  <a:srgbClr val="FFFF00"/>
                </a:highlight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000" b="1" dirty="0">
                <a:highlight>
                  <a:srgbClr val="FFFF00"/>
                </a:highlight>
                <a:latin typeface="TH Sarabun New" panose="020B0500040200020003" pitchFamily="34" charset="-34"/>
                <a:cs typeface="TH Sarabun New" panose="020B0500040200020003" pitchFamily="34" charset="-34"/>
              </a:rPr>
              <a:t>Coating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Packing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Delivery</a:t>
            </a:r>
            <a:endParaRPr lang="th-TH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5BA26F1-9C6A-0EFD-D147-703F5CA6D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76C06403-5B6E-1872-E7FD-BB987A65CDB5}"/>
              </a:ext>
            </a:extLst>
          </p:cNvPr>
          <p:cNvGrpSpPr/>
          <p:nvPr/>
        </p:nvGrpSpPr>
        <p:grpSpPr>
          <a:xfrm>
            <a:off x="3577827" y="3387840"/>
            <a:ext cx="8412010" cy="3085732"/>
            <a:chOff x="2955374" y="3806890"/>
            <a:chExt cx="7952112" cy="2760000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98EAB05B-A96A-B742-3822-11C1F7C992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48"/>
            <a:stretch/>
          </p:blipFill>
          <p:spPr>
            <a:xfrm>
              <a:off x="2955374" y="3921866"/>
              <a:ext cx="7643522" cy="2645024"/>
            </a:xfrm>
            <a:prstGeom prst="rect">
              <a:avLst/>
            </a:prstGeom>
          </p:spPr>
        </p:pic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4998D4B-2F37-A095-5B45-0C2CC7CC191F}"/>
                </a:ext>
              </a:extLst>
            </p:cNvPr>
            <p:cNvSpPr/>
            <p:nvPr/>
          </p:nvSpPr>
          <p:spPr>
            <a:xfrm>
              <a:off x="10487608" y="3806890"/>
              <a:ext cx="419878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CC5B36C-4D93-17DD-02E1-2BB5765D5D8A}"/>
              </a:ext>
            </a:extLst>
          </p:cNvPr>
          <p:cNvGrpSpPr/>
          <p:nvPr/>
        </p:nvGrpSpPr>
        <p:grpSpPr>
          <a:xfrm>
            <a:off x="6571379" y="3545383"/>
            <a:ext cx="3878907" cy="1620683"/>
            <a:chOff x="7868089" y="3173164"/>
            <a:chExt cx="4527331" cy="1865001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B7822F9-A877-F282-F7F9-F2282E3242DF}"/>
                </a:ext>
              </a:extLst>
            </p:cNvPr>
            <p:cNvSpPr/>
            <p:nvPr/>
          </p:nvSpPr>
          <p:spPr>
            <a:xfrm>
              <a:off x="8598976" y="3173164"/>
              <a:ext cx="518410" cy="29550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DF4DAEE-C0E1-797E-76D4-DFB83A19AAB9}"/>
                </a:ext>
              </a:extLst>
            </p:cNvPr>
            <p:cNvSpPr/>
            <p:nvPr/>
          </p:nvSpPr>
          <p:spPr>
            <a:xfrm>
              <a:off x="7868089" y="4384250"/>
              <a:ext cx="1249297" cy="35608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3150FE0-1E1F-50A6-0023-037AA78B9D34}"/>
                </a:ext>
              </a:extLst>
            </p:cNvPr>
            <p:cNvSpPr txBox="1"/>
            <p:nvPr/>
          </p:nvSpPr>
          <p:spPr>
            <a:xfrm>
              <a:off x="10067731" y="3468669"/>
              <a:ext cx="1772281" cy="74376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th-TH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รวมจำนวน </a:t>
              </a:r>
              <a:r>
                <a:rPr lang="en-US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Pack </a:t>
              </a:r>
            </a:p>
            <a:p>
              <a:pPr algn="ctr"/>
              <a:r>
                <a:rPr lang="th-TH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จากทุก </a:t>
              </a:r>
              <a:r>
                <a:rPr lang="en-US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</a:t>
              </a:r>
            </a:p>
          </p:txBody>
        </p: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id="{48F71AAF-B7CF-FDB8-2F39-B44CFB6B8B39}"/>
                </a:ext>
              </a:extLst>
            </p:cNvPr>
            <p:cNvCxnSpPr>
              <a:cxnSpLocks/>
              <a:stCxn id="55" idx="0"/>
              <a:endCxn id="53" idx="3"/>
            </p:cNvCxnSpPr>
            <p:nvPr/>
          </p:nvCxnSpPr>
          <p:spPr>
            <a:xfrm rot="16200000" flipV="1">
              <a:off x="9961754" y="2476549"/>
              <a:ext cx="147752" cy="1836486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7F7199A-8C46-F0CF-3948-E0D9E760F79D}"/>
                </a:ext>
              </a:extLst>
            </p:cNvPr>
            <p:cNvSpPr txBox="1"/>
            <p:nvPr/>
          </p:nvSpPr>
          <p:spPr>
            <a:xfrm>
              <a:off x="10067730" y="4294399"/>
              <a:ext cx="2327690" cy="74376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th-TH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ใช้ยอดงานรวมจากทุก </a:t>
              </a:r>
              <a:r>
                <a:rPr lang="en-US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</a:t>
              </a:r>
              <a:r>
                <a:rPr lang="th-TH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เทียบหาเรท </a:t>
              </a:r>
              <a:r>
                <a:rPr lang="en-US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Mark down</a:t>
              </a:r>
            </a:p>
          </p:txBody>
        </p: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44C0FD55-CB01-7FE0-4178-B7C46F9972AE}"/>
                </a:ext>
              </a:extLst>
            </p:cNvPr>
            <p:cNvCxnSpPr>
              <a:cxnSpLocks/>
              <a:stCxn id="57" idx="2"/>
              <a:endCxn id="54" idx="2"/>
            </p:cNvCxnSpPr>
            <p:nvPr/>
          </p:nvCxnSpPr>
          <p:spPr>
            <a:xfrm rot="5400000" flipH="1">
              <a:off x="9713244" y="3519834"/>
              <a:ext cx="297824" cy="2738837"/>
            </a:xfrm>
            <a:prstGeom prst="bentConnector3">
              <a:avLst>
                <a:gd name="adj1" fmla="val -2704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5" name="Left Brace 74">
            <a:extLst>
              <a:ext uri="{FF2B5EF4-FFF2-40B4-BE49-F238E27FC236}">
                <a16:creationId xmlns:a16="http://schemas.microsoft.com/office/drawing/2014/main" id="{43DEE87B-41A1-9FC5-61EC-0D0001122707}"/>
              </a:ext>
            </a:extLst>
          </p:cNvPr>
          <p:cNvSpPr/>
          <p:nvPr/>
        </p:nvSpPr>
        <p:spPr>
          <a:xfrm>
            <a:off x="3202633" y="3516385"/>
            <a:ext cx="240363" cy="2957187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D14ECFF-D32F-A48A-7A87-A96D0AE1DEB5}"/>
              </a:ext>
            </a:extLst>
          </p:cNvPr>
          <p:cNvSpPr txBox="1"/>
          <p:nvPr/>
        </p:nvSpPr>
        <p:spPr>
          <a:xfrm>
            <a:off x="979147" y="4713495"/>
            <a:ext cx="2006382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กรณีทุก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มีรูปแบบการ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Packing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เหมือนกัน</a:t>
            </a:r>
            <a:endParaRPr 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A871BE-6F1F-6E85-7965-EF0D8F07A7AF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rgbClr val="FDDFDF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 คิดราคา</a:t>
            </a:r>
            <a:r>
              <a:rPr lang="th-TH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รวมทุก </a:t>
            </a:r>
            <a:r>
              <a:rPr lang="en-US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60F88E4-CA6E-53B1-DDD9-67C334E49445}"/>
              </a:ext>
            </a:extLst>
          </p:cNvPr>
          <p:cNvGrpSpPr/>
          <p:nvPr/>
        </p:nvGrpSpPr>
        <p:grpSpPr>
          <a:xfrm>
            <a:off x="3442996" y="186611"/>
            <a:ext cx="7056408" cy="3251256"/>
            <a:chOff x="3442996" y="186611"/>
            <a:chExt cx="7056408" cy="325125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A7A824B-05EF-E8B0-761B-D2BD090D3A1C}"/>
                </a:ext>
              </a:extLst>
            </p:cNvPr>
            <p:cNvGrpSpPr/>
            <p:nvPr/>
          </p:nvGrpSpPr>
          <p:grpSpPr>
            <a:xfrm>
              <a:off x="3442996" y="186611"/>
              <a:ext cx="7056408" cy="3173763"/>
              <a:chOff x="3577827" y="110978"/>
              <a:chExt cx="7450957" cy="330586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51A76D37-5E3E-A05F-1EEB-235B4BFFE2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4848" y="110978"/>
                <a:ext cx="5578323" cy="1133954"/>
              </a:xfrm>
              <a:prstGeom prst="rect">
                <a:avLst/>
              </a:prstGeom>
            </p:spPr>
          </p:pic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B6536A18-29C1-409C-FAFB-9B2BF6A62A99}"/>
                  </a:ext>
                </a:extLst>
              </p:cNvPr>
              <p:cNvSpPr/>
              <p:nvPr/>
            </p:nvSpPr>
            <p:spPr>
              <a:xfrm>
                <a:off x="7105975" y="408291"/>
                <a:ext cx="573118" cy="82730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A73C0141-252C-A9E4-8135-ABF55E1D4602}"/>
                  </a:ext>
                </a:extLst>
              </p:cNvPr>
              <p:cNvGrpSpPr/>
              <p:nvPr/>
            </p:nvGrpSpPr>
            <p:grpSpPr>
              <a:xfrm>
                <a:off x="3577827" y="1235601"/>
                <a:ext cx="7450957" cy="2181237"/>
                <a:chOff x="3073974" y="1272521"/>
                <a:chExt cx="8432151" cy="2787491"/>
              </a:xfrm>
            </p:grpSpPr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AA55CDDD-DD3B-DE70-FB64-EAFC6F3B80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712" t="840" b="36168"/>
                <a:stretch/>
              </p:blipFill>
              <p:spPr>
                <a:xfrm>
                  <a:off x="3073974" y="1678830"/>
                  <a:ext cx="6607365" cy="2381182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</p:pic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24F52861-E642-4698-B197-E945317D57AA}"/>
                    </a:ext>
                  </a:extLst>
                </p:cNvPr>
                <p:cNvGrpSpPr/>
                <p:nvPr/>
              </p:nvGrpSpPr>
              <p:grpSpPr>
                <a:xfrm>
                  <a:off x="8222538" y="1647098"/>
                  <a:ext cx="3283587" cy="2059451"/>
                  <a:chOff x="9500944" y="687425"/>
                  <a:chExt cx="3601032" cy="2216434"/>
                </a:xfrm>
              </p:grpSpPr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FC13D615-DFCA-4399-A1A0-BD89AEEDA8D7}"/>
                      </a:ext>
                    </a:extLst>
                  </p:cNvPr>
                  <p:cNvSpPr txBox="1"/>
                  <p:nvPr/>
                </p:nvSpPr>
                <p:spPr>
                  <a:xfrm>
                    <a:off x="11329695" y="687426"/>
                    <a:ext cx="1772281" cy="503049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th-TH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รวมจากทุก </a:t>
                    </a:r>
                    <a:r>
                      <a:rPr lang="en-US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F</a:t>
                    </a:r>
                  </a:p>
                </p:txBody>
              </p:sp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D4F4C1B6-B0D4-4233-A955-6A44CBFBEF3A}"/>
                      </a:ext>
                    </a:extLst>
                  </p:cNvPr>
                  <p:cNvGrpSpPr/>
                  <p:nvPr/>
                </p:nvGrpSpPr>
                <p:grpSpPr>
                  <a:xfrm>
                    <a:off x="9500944" y="717229"/>
                    <a:ext cx="671283" cy="2186630"/>
                    <a:chOff x="9500944" y="717229"/>
                    <a:chExt cx="671283" cy="2186630"/>
                  </a:xfrm>
                </p:grpSpPr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E91243F2-11E9-4D00-A1FA-3D9B50AFA4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00944" y="717229"/>
                      <a:ext cx="671283" cy="367664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E4489E10-620E-4533-92E2-16BFA28045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00944" y="1466302"/>
                      <a:ext cx="671283" cy="1437557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21" name="Connector: Elbow 20">
                    <a:extLst>
                      <a:ext uri="{FF2B5EF4-FFF2-40B4-BE49-F238E27FC236}">
                        <a16:creationId xmlns:a16="http://schemas.microsoft.com/office/drawing/2014/main" id="{20F7B724-92FC-4D7C-B9CB-817AC521CAC9}"/>
                      </a:ext>
                    </a:extLst>
                  </p:cNvPr>
                  <p:cNvCxnSpPr>
                    <a:cxnSpLocks/>
                    <a:stCxn id="16" idx="0"/>
                    <a:endCxn id="39" idx="0"/>
                  </p:cNvCxnSpPr>
                  <p:nvPr/>
                </p:nvCxnSpPr>
                <p:spPr>
                  <a:xfrm rot="16200000" flipH="1" flipV="1">
                    <a:off x="11036362" y="-462248"/>
                    <a:ext cx="29801" cy="2329148"/>
                  </a:xfrm>
                  <a:prstGeom prst="bentConnector3">
                    <a:avLst>
                      <a:gd name="adj1" fmla="val -667454"/>
                    </a:avLst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39CDBBA2-0AC2-9280-C9AD-A204D091C719}"/>
                    </a:ext>
                  </a:extLst>
                </p:cNvPr>
                <p:cNvSpPr/>
                <p:nvPr/>
              </p:nvSpPr>
              <p:spPr>
                <a:xfrm>
                  <a:off x="8249724" y="1729578"/>
                  <a:ext cx="512256" cy="21571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3BD248D0-85DD-F837-341F-9F7605C99D63}"/>
                    </a:ext>
                  </a:extLst>
                </p:cNvPr>
                <p:cNvSpPr/>
                <p:nvPr/>
              </p:nvSpPr>
              <p:spPr>
                <a:xfrm>
                  <a:off x="8913808" y="1714126"/>
                  <a:ext cx="702215" cy="2236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FE95773-FD4A-6D9C-07AE-0487F5638CF2}"/>
                    </a:ext>
                  </a:extLst>
                </p:cNvPr>
                <p:cNvSpPr txBox="1"/>
                <p:nvPr/>
              </p:nvSpPr>
              <p:spPr>
                <a:xfrm>
                  <a:off x="8234746" y="1674790"/>
                  <a:ext cx="679061" cy="471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3,379</a:t>
                  </a:r>
                </a:p>
              </p:txBody>
            </p:sp>
            <p:cxnSp>
              <p:nvCxnSpPr>
                <p:cNvPr id="42" name="Connector: Elbow 41">
                  <a:extLst>
                    <a:ext uri="{FF2B5EF4-FFF2-40B4-BE49-F238E27FC236}">
                      <a16:creationId xmlns:a16="http://schemas.microsoft.com/office/drawing/2014/main" id="{7A5BC07F-91D1-83AF-750F-FB2DD7AED061}"/>
                    </a:ext>
                  </a:extLst>
                </p:cNvPr>
                <p:cNvCxnSpPr>
                  <a:cxnSpLocks/>
                  <a:stCxn id="40" idx="2"/>
                  <a:endCxn id="39" idx="0"/>
                </p:cNvCxnSpPr>
                <p:nvPr/>
              </p:nvCxnSpPr>
              <p:spPr>
                <a:xfrm rot="16200000" flipH="1">
                  <a:off x="7781518" y="882031"/>
                  <a:ext cx="402270" cy="1183249"/>
                </a:xfrm>
                <a:prstGeom prst="bentConnector3">
                  <a:avLst>
                    <a:gd name="adj1" fmla="val 50000"/>
                  </a:avLst>
                </a:prstGeom>
                <a:ln w="19050"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21E9116-EC99-539C-5BE6-D49B36D8F651}"/>
                </a:ext>
              </a:extLst>
            </p:cNvPr>
            <p:cNvSpPr txBox="1"/>
            <p:nvPr/>
          </p:nvSpPr>
          <p:spPr>
            <a:xfrm>
              <a:off x="8226314" y="1557687"/>
              <a:ext cx="8280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3,885.85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11D0B5-BE15-1B1B-9A6E-B1DF1B1E0030}"/>
                </a:ext>
              </a:extLst>
            </p:cNvPr>
            <p:cNvSpPr/>
            <p:nvPr/>
          </p:nvSpPr>
          <p:spPr>
            <a:xfrm>
              <a:off x="8275599" y="3111649"/>
              <a:ext cx="696515" cy="200589"/>
            </a:xfrm>
            <a:prstGeom prst="rect">
              <a:avLst/>
            </a:prstGeom>
            <a:solidFill>
              <a:srgbClr val="B4E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74BBCE4-9F5C-F1B6-473E-9655A9D397DA}"/>
                </a:ext>
              </a:extLst>
            </p:cNvPr>
            <p:cNvSpPr txBox="1"/>
            <p:nvPr/>
          </p:nvSpPr>
          <p:spPr>
            <a:xfrm>
              <a:off x="8175952" y="3068535"/>
              <a:ext cx="945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16,255.98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3634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5965FC-7C39-4E3F-35E8-34C6B62A6729}"/>
              </a:ext>
            </a:extLst>
          </p:cNvPr>
          <p:cNvGrpSpPr/>
          <p:nvPr/>
        </p:nvGrpSpPr>
        <p:grpSpPr>
          <a:xfrm>
            <a:off x="540608" y="946429"/>
            <a:ext cx="11486551" cy="4965141"/>
            <a:chOff x="242029" y="1073019"/>
            <a:chExt cx="11486551" cy="496514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CF5C45E-FFCC-2C1D-A2BB-C6E0FE1811FC}"/>
                </a:ext>
              </a:extLst>
            </p:cNvPr>
            <p:cNvGrpSpPr/>
            <p:nvPr/>
          </p:nvGrpSpPr>
          <p:grpSpPr>
            <a:xfrm>
              <a:off x="242029" y="1073019"/>
              <a:ext cx="11486551" cy="4965141"/>
              <a:chOff x="242029" y="1073019"/>
              <a:chExt cx="11486551" cy="496514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CCFBCC7-7EE2-5828-CF60-5007E8B414C1}"/>
                  </a:ext>
                </a:extLst>
              </p:cNvPr>
              <p:cNvGrpSpPr/>
              <p:nvPr/>
            </p:nvGrpSpPr>
            <p:grpSpPr>
              <a:xfrm>
                <a:off x="242029" y="1073019"/>
                <a:ext cx="11486551" cy="4965141"/>
                <a:chOff x="242029" y="1073019"/>
                <a:chExt cx="11486551" cy="4965141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D8E06DC0-D1F8-C633-5090-ECD5D9C804CA}"/>
                    </a:ext>
                  </a:extLst>
                </p:cNvPr>
                <p:cNvGrpSpPr/>
                <p:nvPr/>
              </p:nvGrpSpPr>
              <p:grpSpPr>
                <a:xfrm>
                  <a:off x="242029" y="1073019"/>
                  <a:ext cx="11486551" cy="4965141"/>
                  <a:chOff x="242029" y="1073019"/>
                  <a:chExt cx="11486551" cy="4965141"/>
                </a:xfrm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7468912F-AE5B-8596-970E-9B12581061FA}"/>
                      </a:ext>
                    </a:extLst>
                  </p:cNvPr>
                  <p:cNvGrpSpPr/>
                  <p:nvPr/>
                </p:nvGrpSpPr>
                <p:grpSpPr>
                  <a:xfrm>
                    <a:off x="2901821" y="1073019"/>
                    <a:ext cx="8826759" cy="4965141"/>
                    <a:chOff x="910978" y="606491"/>
                    <a:chExt cx="8442473" cy="4884971"/>
                  </a:xfrm>
                </p:grpSpPr>
                <p:pic>
                  <p:nvPicPr>
                    <p:cNvPr id="34" name="Picture 33">
                      <a:extLst>
                        <a:ext uri="{FF2B5EF4-FFF2-40B4-BE49-F238E27FC236}">
                          <a16:creationId xmlns:a16="http://schemas.microsoft.com/office/drawing/2014/main" id="{B90B7E54-EFCA-7ADF-1EB5-3A2B19EAC95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910978" y="759032"/>
                      <a:ext cx="8222693" cy="473243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5" name="Rectangle 34">
                      <a:extLst>
                        <a:ext uri="{FF2B5EF4-FFF2-40B4-BE49-F238E27FC236}">
                          <a16:creationId xmlns:a16="http://schemas.microsoft.com/office/drawing/2014/main" id="{F106C173-228C-1AE2-8CDF-F44E7B229F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9290" y="606491"/>
                      <a:ext cx="444161" cy="301414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27" name="Left Brace 26">
                    <a:extLst>
                      <a:ext uri="{FF2B5EF4-FFF2-40B4-BE49-F238E27FC236}">
                        <a16:creationId xmlns:a16="http://schemas.microsoft.com/office/drawing/2014/main" id="{A6289847-C39C-2E27-26EA-438A4B2B9360}"/>
                      </a:ext>
                    </a:extLst>
                  </p:cNvPr>
                  <p:cNvSpPr/>
                  <p:nvPr/>
                </p:nvSpPr>
                <p:spPr>
                  <a:xfrm>
                    <a:off x="2465515" y="1228064"/>
                    <a:ext cx="305677" cy="4810096"/>
                  </a:xfrm>
                  <a:prstGeom prst="leftBrac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5DF3447-E12C-074F-55F6-2C2E019DA612}"/>
                      </a:ext>
                    </a:extLst>
                  </p:cNvPr>
                  <p:cNvSpPr txBox="1"/>
                  <p:nvPr/>
                </p:nvSpPr>
                <p:spPr>
                  <a:xfrm>
                    <a:off x="242029" y="3105834"/>
                    <a:ext cx="2006382" cy="646331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th-TH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กรณีทุก </a:t>
                    </a:r>
                    <a:r>
                      <a:rPr lang="en-US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F </a:t>
                    </a:r>
                    <a:r>
                      <a:rPr lang="th-TH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มีรูปแบบการ </a:t>
                    </a:r>
                    <a:r>
                      <a:rPr lang="en-US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Packing</a:t>
                    </a:r>
                    <a:r>
                      <a:rPr lang="th-TH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rPr>
                      <a:t> ต่างกัน</a:t>
                    </a:r>
                    <a:endParaRPr lang="en-US" dirty="0">
                      <a:latin typeface="TH Sarabun New" panose="020B0500040200020003" pitchFamily="34" charset="-34"/>
                      <a:cs typeface="TH Sarabun New" panose="020B0500040200020003" pitchFamily="34" charset="-34"/>
                    </a:endParaRPr>
                  </a:p>
                </p:txBody>
              </p:sp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0BCC2301-6E73-32DD-E2FE-ECAB890785E6}"/>
                      </a:ext>
                    </a:extLst>
                  </p:cNvPr>
                  <p:cNvGrpSpPr/>
                  <p:nvPr/>
                </p:nvGrpSpPr>
                <p:grpSpPr>
                  <a:xfrm>
                    <a:off x="6422089" y="1484856"/>
                    <a:ext cx="3878907" cy="1703174"/>
                    <a:chOff x="7868089" y="3468669"/>
                    <a:chExt cx="4527331" cy="1959927"/>
                  </a:xfrm>
                </p:grpSpPr>
                <p:sp>
                  <p:nvSpPr>
                    <p:cNvPr id="30" name="Rectangle 29">
                      <a:extLst>
                        <a:ext uri="{FF2B5EF4-FFF2-40B4-BE49-F238E27FC236}">
                          <a16:creationId xmlns:a16="http://schemas.microsoft.com/office/drawing/2014/main" id="{742D0B0A-6F0A-70F0-66BA-172E54C6ED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68089" y="5112922"/>
                      <a:ext cx="1249297" cy="315674"/>
                    </a:xfrm>
                    <a:prstGeom prst="rect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A4D79B8A-DD3B-BB5E-2316-C5DF6D032C3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67731" y="3468669"/>
                      <a:ext cx="1772281" cy="743765"/>
                    </a:xfrm>
                    <a:prstGeom prst="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th-TH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จำนวน </a:t>
                      </a:r>
                      <a:r>
                        <a:rPr lang="en-US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Pack </a:t>
                      </a:r>
                    </a:p>
                    <a:p>
                      <a:pPr algn="ctr"/>
                      <a:r>
                        <a:rPr lang="th-TH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แยกแต่ละ </a:t>
                      </a:r>
                      <a:r>
                        <a:rPr lang="en-US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F</a:t>
                      </a:r>
                    </a:p>
                  </p:txBody>
                </p:sp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14233B2B-B9E7-4D05-D37D-0C7272E9BA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67730" y="4294399"/>
                      <a:ext cx="2327690" cy="743765"/>
                    </a:xfrm>
                    <a:prstGeom prst="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th-TH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ใช้ยอดงานรวมจากทุก </a:t>
                      </a:r>
                      <a:r>
                        <a:rPr lang="en-US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F</a:t>
                      </a:r>
                      <a:r>
                        <a:rPr lang="th-TH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 เทียบหาเรท </a:t>
                      </a:r>
                      <a:r>
                        <a:rPr lang="en-US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Mark down</a:t>
                      </a:r>
                    </a:p>
                  </p:txBody>
                </p:sp>
                <p:cxnSp>
                  <p:nvCxnSpPr>
                    <p:cNvPr id="33" name="Connector: Elbow 32">
                      <a:extLst>
                        <a:ext uri="{FF2B5EF4-FFF2-40B4-BE49-F238E27FC236}">
                          <a16:creationId xmlns:a16="http://schemas.microsoft.com/office/drawing/2014/main" id="{43A8EC04-C8B3-D392-B36D-A54F5F396927}"/>
                        </a:ext>
                      </a:extLst>
                    </p:cNvPr>
                    <p:cNvCxnSpPr>
                      <a:cxnSpLocks/>
                      <a:stCxn id="32" idx="2"/>
                      <a:endCxn id="30" idx="2"/>
                    </p:cNvCxnSpPr>
                    <p:nvPr/>
                  </p:nvCxnSpPr>
                  <p:spPr>
                    <a:xfrm rot="5400000">
                      <a:off x="9666942" y="3863961"/>
                      <a:ext cx="390432" cy="2738837"/>
                    </a:xfrm>
                    <a:prstGeom prst="bentConnector3">
                      <a:avLst>
                        <a:gd name="adj1" fmla="val 167377"/>
                      </a:avLst>
                    </a:prstGeom>
                    <a:ln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9C25701-2B3F-DAD3-FD34-2C1DDD84EA49}"/>
                    </a:ext>
                  </a:extLst>
                </p:cNvPr>
                <p:cNvSpPr/>
                <p:nvPr/>
              </p:nvSpPr>
              <p:spPr>
                <a:xfrm>
                  <a:off x="7066957" y="1274214"/>
                  <a:ext cx="365760" cy="1715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BDF44F6-10D5-767F-6C9C-F0FD23D4C072}"/>
                    </a:ext>
                  </a:extLst>
                </p:cNvPr>
                <p:cNvSpPr/>
                <p:nvPr/>
              </p:nvSpPr>
              <p:spPr>
                <a:xfrm>
                  <a:off x="7066957" y="1515024"/>
                  <a:ext cx="365760" cy="1715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C4EF26D5-C376-B4DD-C3A8-037FB6929247}"/>
                    </a:ext>
                  </a:extLst>
                </p:cNvPr>
                <p:cNvSpPr/>
                <p:nvPr/>
              </p:nvSpPr>
              <p:spPr>
                <a:xfrm>
                  <a:off x="7087495" y="1762536"/>
                  <a:ext cx="316756" cy="18223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AE339DB4-F364-2B57-0DAB-5A1CC610964F}"/>
                    </a:ext>
                  </a:extLst>
                </p:cNvPr>
                <p:cNvSpPr/>
                <p:nvPr/>
              </p:nvSpPr>
              <p:spPr>
                <a:xfrm>
                  <a:off x="7087495" y="2003346"/>
                  <a:ext cx="365760" cy="1715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01C7115-089E-7319-72E3-3189DA79DAB7}"/>
                    </a:ext>
                  </a:extLst>
                </p:cNvPr>
                <p:cNvSpPr/>
                <p:nvPr/>
              </p:nvSpPr>
              <p:spPr>
                <a:xfrm>
                  <a:off x="7725997" y="1304906"/>
                  <a:ext cx="365760" cy="1715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8ADE188D-9B8C-C182-0466-3BB8F81F690D}"/>
                    </a:ext>
                  </a:extLst>
                </p:cNvPr>
                <p:cNvSpPr/>
                <p:nvPr/>
              </p:nvSpPr>
              <p:spPr>
                <a:xfrm>
                  <a:off x="7725997" y="1545716"/>
                  <a:ext cx="365760" cy="1715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3A0A713F-B4BA-32C8-8B59-250D5BACC487}"/>
                    </a:ext>
                  </a:extLst>
                </p:cNvPr>
                <p:cNvSpPr/>
                <p:nvPr/>
              </p:nvSpPr>
              <p:spPr>
                <a:xfrm>
                  <a:off x="7718198" y="1762536"/>
                  <a:ext cx="365760" cy="1715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038816D4-122A-6651-337F-2FADDC8E2E43}"/>
                    </a:ext>
                  </a:extLst>
                </p:cNvPr>
                <p:cNvSpPr/>
                <p:nvPr/>
              </p:nvSpPr>
              <p:spPr>
                <a:xfrm>
                  <a:off x="7716693" y="1970271"/>
                  <a:ext cx="365760" cy="1715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190C18-C3ED-B65D-0EF3-B08E40018B2F}"/>
                  </a:ext>
                </a:extLst>
              </p:cNvPr>
              <p:cNvSpPr txBox="1"/>
              <p:nvPr/>
            </p:nvSpPr>
            <p:spPr>
              <a:xfrm>
                <a:off x="7122778" y="1180400"/>
                <a:ext cx="4643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1600" dirty="0"/>
                  <a:t>6</a:t>
                </a:r>
                <a:endParaRPr lang="en-US" sz="160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0D4F4F-F23D-92AC-2706-CFF9E270FEF1}"/>
                  </a:ext>
                </a:extLst>
              </p:cNvPr>
              <p:cNvSpPr txBox="1"/>
              <p:nvPr/>
            </p:nvSpPr>
            <p:spPr>
              <a:xfrm>
                <a:off x="7094320" y="1453526"/>
                <a:ext cx="4643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1600" dirty="0"/>
                  <a:t>10</a:t>
                </a:r>
                <a:endParaRPr lang="en-US" sz="16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568CBA-1520-D6F0-8382-8B6337D6CD0E}"/>
                  </a:ext>
                </a:extLst>
              </p:cNvPr>
              <p:cNvSpPr txBox="1"/>
              <p:nvPr/>
            </p:nvSpPr>
            <p:spPr>
              <a:xfrm>
                <a:off x="7135248" y="1667230"/>
                <a:ext cx="4643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1600" dirty="0"/>
                  <a:t>3</a:t>
                </a:r>
                <a:endParaRPr lang="en-US" sz="16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FA16E4-3388-6FEB-80F0-DFC3555E32DD}"/>
                  </a:ext>
                </a:extLst>
              </p:cNvPr>
              <p:cNvSpPr txBox="1"/>
              <p:nvPr/>
            </p:nvSpPr>
            <p:spPr>
              <a:xfrm>
                <a:off x="7098051" y="1923544"/>
                <a:ext cx="40388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1600" dirty="0"/>
                  <a:t>11</a:t>
                </a:r>
                <a:endParaRPr lang="en-US" sz="16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A5FB26-0DCB-D471-5876-B13C93F5FAE6}"/>
                  </a:ext>
                </a:extLst>
              </p:cNvPr>
              <p:cNvSpPr txBox="1"/>
              <p:nvPr/>
            </p:nvSpPr>
            <p:spPr>
              <a:xfrm>
                <a:off x="7650814" y="1199913"/>
                <a:ext cx="5353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1600" dirty="0"/>
                  <a:t>30.00</a:t>
                </a:r>
                <a:endParaRPr lang="en-US" sz="1600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B6C957-3AEA-CD58-D205-7BEF592C03F9}"/>
                  </a:ext>
                </a:extLst>
              </p:cNvPr>
              <p:cNvSpPr txBox="1"/>
              <p:nvPr/>
            </p:nvSpPr>
            <p:spPr>
              <a:xfrm>
                <a:off x="7653359" y="1437956"/>
                <a:ext cx="5353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1600" dirty="0"/>
                  <a:t>50.00</a:t>
                </a:r>
                <a:endParaRPr lang="en-US" sz="1600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0C5A5E6-7CC3-FE9B-9150-1DB96307D8E3}"/>
                  </a:ext>
                </a:extLst>
              </p:cNvPr>
              <p:cNvSpPr txBox="1"/>
              <p:nvPr/>
            </p:nvSpPr>
            <p:spPr>
              <a:xfrm>
                <a:off x="7665829" y="1679025"/>
                <a:ext cx="5353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1600" dirty="0"/>
                  <a:t>15.00</a:t>
                </a:r>
                <a:endParaRPr lang="en-US" sz="1600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0C89B4-447C-52C0-2EE0-89BE135BBF62}"/>
                  </a:ext>
                </a:extLst>
              </p:cNvPr>
              <p:cNvSpPr txBox="1"/>
              <p:nvPr/>
            </p:nvSpPr>
            <p:spPr>
              <a:xfrm>
                <a:off x="7672547" y="1919835"/>
                <a:ext cx="5353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1600" dirty="0"/>
                  <a:t>55.00</a:t>
                </a:r>
                <a:endParaRPr lang="en-US" sz="1600" dirty="0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21C5A09-F524-8311-E6E6-821924EADD0B}"/>
                </a:ext>
              </a:extLst>
            </p:cNvPr>
            <p:cNvSpPr/>
            <p:nvPr/>
          </p:nvSpPr>
          <p:spPr>
            <a:xfrm>
              <a:off x="7050316" y="1228063"/>
              <a:ext cx="445897" cy="97435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442809F3-5474-838A-A5FD-3E12F4ED12F0}"/>
                </a:ext>
              </a:extLst>
            </p:cNvPr>
            <p:cNvCxnSpPr>
              <a:stCxn id="31" idx="0"/>
              <a:endCxn id="6" idx="0"/>
            </p:cNvCxnSpPr>
            <p:nvPr/>
          </p:nvCxnSpPr>
          <p:spPr>
            <a:xfrm rot="16200000" flipV="1">
              <a:off x="8041193" y="460136"/>
              <a:ext cx="256793" cy="1792648"/>
            </a:xfrm>
            <a:prstGeom prst="bentConnector3">
              <a:avLst>
                <a:gd name="adj1" fmla="val 152685"/>
              </a:avLst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ED3C2E59-E3C7-DAFB-21AC-52847EEEF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44" y="6535159"/>
            <a:ext cx="12192000" cy="49328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C7CBBDE-8717-0F27-3B3E-8E3E58E04D12}"/>
              </a:ext>
            </a:extLst>
          </p:cNvPr>
          <p:cNvSpPr txBox="1"/>
          <p:nvPr/>
        </p:nvSpPr>
        <p:spPr>
          <a:xfrm>
            <a:off x="9218541" y="0"/>
            <a:ext cx="2982790" cy="461665"/>
          </a:xfrm>
          <a:prstGeom prst="rect">
            <a:avLst/>
          </a:prstGeom>
          <a:solidFill>
            <a:srgbClr val="FDDFDF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. คิดราคา</a:t>
            </a:r>
            <a:r>
              <a:rPr lang="th-TH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รวมทุก </a:t>
            </a:r>
            <a:r>
              <a:rPr lang="en-US" sz="2400" b="1" dirty="0">
                <a:solidFill>
                  <a:srgbClr val="7030A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 </a:t>
            </a:r>
          </a:p>
        </p:txBody>
      </p:sp>
    </p:spTree>
    <p:extLst>
      <p:ext uri="{BB962C8B-B14F-4D97-AF65-F5344CB8AC3E}">
        <p14:creationId xmlns:p14="http://schemas.microsoft.com/office/powerpoint/2010/main" val="3864111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4307</TotalTime>
  <Words>2078</Words>
  <Application>Microsoft Office PowerPoint</Application>
  <PresentationFormat>Widescreen</PresentationFormat>
  <Paragraphs>302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Cordia New</vt:lpstr>
      <vt:lpstr>Symbol</vt:lpstr>
      <vt:lpstr>TH Sarabun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Engineer02 Siri</dc:creator>
  <cp:lastModifiedBy>Tulagarn Sangoondee</cp:lastModifiedBy>
  <cp:revision>216</cp:revision>
  <dcterms:created xsi:type="dcterms:W3CDTF">2022-03-28T08:40:57Z</dcterms:created>
  <dcterms:modified xsi:type="dcterms:W3CDTF">2022-08-07T18:41:56Z</dcterms:modified>
</cp:coreProperties>
</file>