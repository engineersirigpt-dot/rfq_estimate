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sldIdLst>
    <p:sldId id="256" r:id="rId2"/>
    <p:sldId id="275" r:id="rId3"/>
    <p:sldId id="276" r:id="rId4"/>
    <p:sldId id="277" r:id="rId5"/>
    <p:sldId id="279" r:id="rId6"/>
    <p:sldId id="278" r:id="rId7"/>
    <p:sldId id="280" r:id="rId8"/>
    <p:sldId id="284" r:id="rId9"/>
    <p:sldId id="281" r:id="rId10"/>
    <p:sldId id="283" r:id="rId11"/>
    <p:sldId id="28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EDC3"/>
    <a:srgbClr val="7DBFFF"/>
    <a:srgbClr val="95B8E3"/>
    <a:srgbClr val="DFEFFF"/>
    <a:srgbClr val="9A9A9A"/>
    <a:srgbClr val="F9FBFD"/>
    <a:srgbClr val="FDDF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E8E10-1C3E-6CEA-88E5-38EA9720C8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4400F7-E3C7-0684-21CE-9C2D4A82D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32B8C-7BCC-0B08-371C-AFE51F6F0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8224-0C70-4C92-B0DC-4DC916C7DD63}" type="datetimeFigureOut">
              <a:rPr lang="en-US" smtClean="0"/>
              <a:t>05/09/2022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CD3E6-5939-25A9-0263-63A3DF95B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4FFEC-ADF6-F30A-66FA-123AC10E2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C5FA-0BD3-408C-A110-7BD3CAA4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00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316A0-491C-02BD-0E05-546C9392A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E09A1-5DEA-6456-57BC-166E10DF7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5C216-68B7-B4AB-A8FC-15C5B716E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8224-0C70-4C92-B0DC-4DC916C7DD63}" type="datetimeFigureOut">
              <a:rPr lang="en-US" smtClean="0"/>
              <a:t>05/09/2022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A8BF0-C9F6-DE9D-39C5-92E6AC8AF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0A7E5-E17D-5D7D-D93F-068C20D74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C5FA-0BD3-408C-A110-7BD3CAA4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6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28DC8-9FA7-E2BF-12ED-CECF2FFF4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3FD96-0657-1254-6937-E251AD60C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41C86-3296-535F-BCE7-851CA2537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8224-0C70-4C92-B0DC-4DC916C7DD63}" type="datetimeFigureOut">
              <a:rPr lang="en-US" smtClean="0"/>
              <a:t>05/09/2022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0C9A9-0205-F31F-5B49-680CCD945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E29C0-2F60-392E-6417-1FE511048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C5FA-0BD3-408C-A110-7BD3CAA4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961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C479-3B66-0997-60D0-AB19FC385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4F42B-2FF6-72E5-720E-8BB26CB27A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E46A22-DBEB-F713-6D51-A70E9D9BD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24BAF-A0D9-EA39-34F3-C84357EA5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8224-0C70-4C92-B0DC-4DC916C7DD63}" type="datetimeFigureOut">
              <a:rPr lang="en-US" smtClean="0"/>
              <a:t>05/09/2022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721DE-354C-2F77-30F3-0600C7094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828E8-EB6D-D1A0-A775-6A09E60A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C5FA-0BD3-408C-A110-7BD3CAA4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49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6B13C-2740-A92E-59C8-63C8E5F62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6AF65-5897-E35A-E240-280006132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D6815-25BA-EF80-7409-EC7C93C53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40DDC1-9464-DDE5-5D36-2030A199E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12BC56-D914-3DE9-33F6-C3B7FAE88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3245D2-ED22-1FDE-6EB4-E722271BC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8224-0C70-4C92-B0DC-4DC916C7DD63}" type="datetimeFigureOut">
              <a:rPr lang="en-US" smtClean="0"/>
              <a:t>05/09/2022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114CB-B913-6362-7572-E77843B2F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A58503-99C7-0511-A199-84E98B410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C5FA-0BD3-408C-A110-7BD3CAA4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007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D4897-2AB8-0491-00EA-50553135F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C19EB8-B7F4-518B-9E70-DE3066226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8224-0C70-4C92-B0DC-4DC916C7DD63}" type="datetimeFigureOut">
              <a:rPr lang="en-US" smtClean="0"/>
              <a:t>05/09/2022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24DA16-A5D5-2456-2814-9B3B6AD8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EB44E-36AF-08BF-705F-B077571FB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C5FA-0BD3-408C-A110-7BD3CAA4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8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8257A-E0B4-8859-3422-9D7B16C2F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8224-0C70-4C92-B0DC-4DC916C7DD63}" type="datetimeFigureOut">
              <a:rPr lang="en-US" smtClean="0"/>
              <a:t>05/09/2022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EFD65E-A664-BE6D-87D3-899E75B74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666E6-09DA-90EF-DAE1-6ACD8990C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C5FA-0BD3-408C-A110-7BD3CAA4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32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C68CF-7014-9E91-E37A-792872019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11CF4-8C6D-DAFE-F47E-7C4A92DE2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B159F-D818-3093-6DC5-9F2F52BFA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8B38E-3526-8AE1-065C-4FF643A09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8224-0C70-4C92-B0DC-4DC916C7DD63}" type="datetimeFigureOut">
              <a:rPr lang="en-US" smtClean="0"/>
              <a:t>05/09/2022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63AB3-6E62-9F24-85F6-065DA78BF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75E5C-AD56-0117-EBBD-548DA4253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C5FA-0BD3-408C-A110-7BD3CAA4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323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6BDF4-B0F3-5A18-9062-29759DA61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77218B-C13C-C692-6A5B-CB90E72DD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B4A04-2341-C5DB-2832-2501CF53B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B0FF1-6EFE-7AE6-F3E7-B04852A86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8224-0C70-4C92-B0DC-4DC916C7DD63}" type="datetimeFigureOut">
              <a:rPr lang="en-US" smtClean="0"/>
              <a:t>05/09/2022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C2381-AEF8-97A9-F227-47A3E2C2E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28B37-FA2D-29FF-BFF0-3477A350A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C5FA-0BD3-408C-A110-7BD3CAA4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590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90665-336D-487C-946C-7E6A1D935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2ACEA-9DE0-2760-3C02-8FD941D73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D81B6-CD01-2920-D0F9-C1C2AECF4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8224-0C70-4C92-B0DC-4DC916C7DD63}" type="datetimeFigureOut">
              <a:rPr lang="en-US" smtClean="0"/>
              <a:t>05/09/2022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4AA23-DA83-6512-4C3E-2BDFD733A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F7ABE-7E10-B1D0-326F-ED3632E8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C5FA-0BD3-408C-A110-7BD3CAA4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467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6C7C16-3DDF-7E46-124E-8E56E7FD6E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C40DE8-6872-7E52-0F47-E510C4055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9D9F2-9849-188E-7EF3-B9CB8CF1B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A8224-0C70-4C92-B0DC-4DC916C7DD63}" type="datetimeFigureOut">
              <a:rPr lang="en-US" smtClean="0"/>
              <a:t>05/09/2022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21182-6728-394F-DD70-47C1582B8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B0E1D-27C8-5351-05A0-48CA974E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C5FA-0BD3-408C-A110-7BD3CAA4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6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7BA209-978C-5702-1B4D-2497D09E3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4316-6946-9F67-D705-9AD982510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FC7A2-FA17-BF2B-EA75-7ACB33BF7A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A8224-0C70-4C92-B0DC-4DC916C7DD63}" type="datetimeFigureOut">
              <a:rPr lang="en-US" smtClean="0"/>
              <a:t>05/09/2022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FFBB0-82EC-54C1-0028-79218BA40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AE724-347E-C71B-76BE-C259DE983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6C5FA-0BD3-408C-A110-7BD3CAA4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777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10.svg"/><Relationship Id="rId4" Type="http://schemas.openxmlformats.org/officeDocument/2006/relationships/image" Target="../media/image15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C66FD7-310B-7AB4-7C57-9280DC74B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4912"/>
            <a:ext cx="12192000" cy="49377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A89E932-FD8F-8678-9F57-C4F9FBBD91EC}"/>
              </a:ext>
            </a:extLst>
          </p:cNvPr>
          <p:cNvSpPr txBox="1">
            <a:spLocks/>
          </p:cNvSpPr>
          <p:nvPr/>
        </p:nvSpPr>
        <p:spPr>
          <a:xfrm>
            <a:off x="2834252" y="2854407"/>
            <a:ext cx="6523496" cy="11491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Estimate</a:t>
            </a:r>
            <a:r>
              <a:rPr lang="th-TH" sz="8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8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Jet Press</a:t>
            </a:r>
          </a:p>
        </p:txBody>
      </p:sp>
    </p:spTree>
    <p:extLst>
      <p:ext uri="{BB962C8B-B14F-4D97-AF65-F5344CB8AC3E}">
        <p14:creationId xmlns:p14="http://schemas.microsoft.com/office/powerpoint/2010/main" val="541331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Picture 132">
            <a:extLst>
              <a:ext uri="{FF2B5EF4-FFF2-40B4-BE49-F238E27FC236}">
                <a16:creationId xmlns:a16="http://schemas.microsoft.com/office/drawing/2014/main" id="{E16AE0B5-D4D6-1E03-8370-A6F2F5075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55425"/>
            <a:ext cx="12192000" cy="493283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01298054-5306-D0B8-3B58-AA6DB0F874C3}"/>
              </a:ext>
            </a:extLst>
          </p:cNvPr>
          <p:cNvGrpSpPr/>
          <p:nvPr/>
        </p:nvGrpSpPr>
        <p:grpSpPr>
          <a:xfrm>
            <a:off x="595969" y="251302"/>
            <a:ext cx="1420823" cy="506056"/>
            <a:chOff x="261256" y="305315"/>
            <a:chExt cx="1754155" cy="50605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166CD51-D91D-0F6B-B0C4-92677FCFA329}"/>
                </a:ext>
              </a:extLst>
            </p:cNvPr>
            <p:cNvSpPr/>
            <p:nvPr/>
          </p:nvSpPr>
          <p:spPr>
            <a:xfrm>
              <a:off x="261256" y="320493"/>
              <a:ext cx="1754155" cy="49087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135" name="Title 1">
              <a:extLst>
                <a:ext uri="{FF2B5EF4-FFF2-40B4-BE49-F238E27FC236}">
                  <a16:creationId xmlns:a16="http://schemas.microsoft.com/office/drawing/2014/main" id="{B10A0B3D-46F6-E7DF-1ABE-0A594F76EFD8}"/>
                </a:ext>
              </a:extLst>
            </p:cNvPr>
            <p:cNvSpPr txBox="1">
              <a:spLocks/>
            </p:cNvSpPr>
            <p:nvPr/>
          </p:nvSpPr>
          <p:spPr>
            <a:xfrm>
              <a:off x="478617" y="305315"/>
              <a:ext cx="1319431" cy="506056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54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j-ea"/>
                  <a:cs typeface="TH Sarabun New" panose="020B0500040200020003" pitchFamily="34" charset="-34"/>
                </a:rPr>
                <a:t>Paper</a:t>
              </a:r>
            </a:p>
          </p:txBody>
        </p:sp>
      </p:grp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489EC896-A155-9BA0-5EDF-03DABF394B78}"/>
              </a:ext>
            </a:extLst>
          </p:cNvPr>
          <p:cNvSpPr/>
          <p:nvPr/>
        </p:nvSpPr>
        <p:spPr>
          <a:xfrm>
            <a:off x="624107" y="961757"/>
            <a:ext cx="10964113" cy="3003757"/>
          </a:xfrm>
          <a:prstGeom prst="roundRect">
            <a:avLst>
              <a:gd name="adj" fmla="val 2232"/>
            </a:avLst>
          </a:prstGeom>
          <a:noFill/>
          <a:ln w="28575">
            <a:solidFill>
              <a:srgbClr val="BD9DD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2E6A8C-8CC4-FCDF-F764-926E992B876C}"/>
              </a:ext>
            </a:extLst>
          </p:cNvPr>
          <p:cNvSpPr txBox="1"/>
          <p:nvPr/>
        </p:nvSpPr>
        <p:spPr>
          <a:xfrm>
            <a:off x="772026" y="1130024"/>
            <a:ext cx="1244766" cy="40862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paper gsm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2B8053-4C11-0B2F-73BE-7C1036535AB0}"/>
              </a:ext>
            </a:extLst>
          </p:cNvPr>
          <p:cNvSpPr txBox="1"/>
          <p:nvPr/>
        </p:nvSpPr>
        <p:spPr>
          <a:xfrm>
            <a:off x="772026" y="2408612"/>
            <a:ext cx="1244766" cy="40862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paper type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AA02CCE-5319-6EED-850C-E078971298BC}"/>
              </a:ext>
            </a:extLst>
          </p:cNvPr>
          <p:cNvGrpSpPr/>
          <p:nvPr/>
        </p:nvGrpSpPr>
        <p:grpSpPr>
          <a:xfrm>
            <a:off x="613943" y="4244567"/>
            <a:ext cx="1420823" cy="506056"/>
            <a:chOff x="261256" y="305315"/>
            <a:chExt cx="1754155" cy="506056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A3E0C54C-6C7F-9480-5647-D067B22022C4}"/>
                </a:ext>
              </a:extLst>
            </p:cNvPr>
            <p:cNvSpPr/>
            <p:nvPr/>
          </p:nvSpPr>
          <p:spPr>
            <a:xfrm>
              <a:off x="261256" y="320493"/>
              <a:ext cx="1754155" cy="49087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126" name="Title 1">
              <a:extLst>
                <a:ext uri="{FF2B5EF4-FFF2-40B4-BE49-F238E27FC236}">
                  <a16:creationId xmlns:a16="http://schemas.microsoft.com/office/drawing/2014/main" id="{5378AE5D-2BA4-859B-D49E-9FE687A9F48B}"/>
                </a:ext>
              </a:extLst>
            </p:cNvPr>
            <p:cNvSpPr txBox="1">
              <a:spLocks/>
            </p:cNvSpPr>
            <p:nvPr/>
          </p:nvSpPr>
          <p:spPr>
            <a:xfrm>
              <a:off x="478617" y="305315"/>
              <a:ext cx="1319431" cy="506056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54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800" b="1" dirty="0">
                  <a:solidFill>
                    <a:srgbClr val="00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Color</a:t>
              </a: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H Sarabun New" panose="020B0500040200020003" pitchFamily="34" charset="-34"/>
                <a:ea typeface="+mj-ea"/>
                <a:cs typeface="TH Sarabun New" panose="020B0500040200020003" pitchFamily="34" charset="-34"/>
              </a:endParaRPr>
            </a:p>
          </p:txBody>
        </p:sp>
      </p:grp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0A9F1F00-ACCE-2B62-A4FE-8D73632FD96A}"/>
              </a:ext>
            </a:extLst>
          </p:cNvPr>
          <p:cNvSpPr/>
          <p:nvPr/>
        </p:nvSpPr>
        <p:spPr>
          <a:xfrm>
            <a:off x="613943" y="4928976"/>
            <a:ext cx="10964113" cy="1247889"/>
          </a:xfrm>
          <a:prstGeom prst="roundRect">
            <a:avLst>
              <a:gd name="adj" fmla="val 2232"/>
            </a:avLst>
          </a:prstGeom>
          <a:noFill/>
          <a:ln w="28575">
            <a:solidFill>
              <a:srgbClr val="BD9DD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57649D3-261B-1D71-06C7-FD4766C741CA}"/>
              </a:ext>
            </a:extLst>
          </p:cNvPr>
          <p:cNvSpPr txBox="1"/>
          <p:nvPr/>
        </p:nvSpPr>
        <p:spPr>
          <a:xfrm>
            <a:off x="874745" y="3054002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อาร์ตการ์ด (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A/C C1S, A/C C2S, W/C)		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กล่อง (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Duplex BBB, GBB, WBB)			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6268ED5-4292-DF12-082D-26CFF5DEF0D4}"/>
              </a:ext>
            </a:extLst>
          </p:cNvPr>
          <p:cNvSpPr txBox="1"/>
          <p:nvPr/>
        </p:nvSpPr>
        <p:spPr>
          <a:xfrm>
            <a:off x="874745" y="164389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Max: 500 gsm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Min: 210 gsm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DDE44D5-DE3F-CAD3-FC84-4ED0397FBE10}"/>
              </a:ext>
            </a:extLst>
          </p:cNvPr>
          <p:cNvSpPr txBox="1"/>
          <p:nvPr/>
        </p:nvSpPr>
        <p:spPr>
          <a:xfrm>
            <a:off x="874745" y="5105028"/>
            <a:ext cx="609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4/0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ใส่จำนวนสีด้านเดียว คิดแบบ 4/0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4/4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ใส่จำนวนสี 2 ด้าน คิดแบบ 4/4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ไม่มีสีพิเศษ	</a:t>
            </a:r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4D9DAB71-CBE2-4051-5BE9-F8FC69FDBB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38" b="7575"/>
          <a:stretch/>
        </p:blipFill>
        <p:spPr>
          <a:xfrm>
            <a:off x="9438414" y="5188058"/>
            <a:ext cx="1878841" cy="81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067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Picture 132">
            <a:extLst>
              <a:ext uri="{FF2B5EF4-FFF2-40B4-BE49-F238E27FC236}">
                <a16:creationId xmlns:a16="http://schemas.microsoft.com/office/drawing/2014/main" id="{E16AE0B5-D4D6-1E03-8370-A6F2F5075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55425"/>
            <a:ext cx="12192000" cy="493283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01298054-5306-D0B8-3B58-AA6DB0F874C3}"/>
              </a:ext>
            </a:extLst>
          </p:cNvPr>
          <p:cNvGrpSpPr/>
          <p:nvPr/>
        </p:nvGrpSpPr>
        <p:grpSpPr>
          <a:xfrm>
            <a:off x="595969" y="232640"/>
            <a:ext cx="1420823" cy="506056"/>
            <a:chOff x="261256" y="305315"/>
            <a:chExt cx="1754155" cy="50605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166CD51-D91D-0F6B-B0C4-92677FCFA329}"/>
                </a:ext>
              </a:extLst>
            </p:cNvPr>
            <p:cNvSpPr/>
            <p:nvPr/>
          </p:nvSpPr>
          <p:spPr>
            <a:xfrm>
              <a:off x="261256" y="320493"/>
              <a:ext cx="1754155" cy="49087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135" name="Title 1">
              <a:extLst>
                <a:ext uri="{FF2B5EF4-FFF2-40B4-BE49-F238E27FC236}">
                  <a16:creationId xmlns:a16="http://schemas.microsoft.com/office/drawing/2014/main" id="{B10A0B3D-46F6-E7DF-1ABE-0A594F76EFD8}"/>
                </a:ext>
              </a:extLst>
            </p:cNvPr>
            <p:cNvSpPr txBox="1">
              <a:spLocks/>
            </p:cNvSpPr>
            <p:nvPr/>
          </p:nvSpPr>
          <p:spPr>
            <a:xfrm>
              <a:off x="478617" y="305315"/>
              <a:ext cx="1319431" cy="506056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54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j-ea"/>
                  <a:cs typeface="TH Sarabun New" panose="020B0500040200020003" pitchFamily="34" charset="-34"/>
                </a:rPr>
                <a:t>Plate</a:t>
              </a:r>
            </a:p>
          </p:txBody>
        </p:sp>
      </p:grp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489EC896-A155-9BA0-5EDF-03DABF394B78}"/>
              </a:ext>
            </a:extLst>
          </p:cNvPr>
          <p:cNvSpPr/>
          <p:nvPr/>
        </p:nvSpPr>
        <p:spPr>
          <a:xfrm>
            <a:off x="624107" y="877779"/>
            <a:ext cx="10964113" cy="660316"/>
          </a:xfrm>
          <a:prstGeom prst="roundRect">
            <a:avLst>
              <a:gd name="adj" fmla="val 2232"/>
            </a:avLst>
          </a:prstGeom>
          <a:noFill/>
          <a:ln w="28575">
            <a:solidFill>
              <a:srgbClr val="BD9DD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AA02CCE-5319-6EED-850C-E078971298BC}"/>
              </a:ext>
            </a:extLst>
          </p:cNvPr>
          <p:cNvGrpSpPr/>
          <p:nvPr/>
        </p:nvGrpSpPr>
        <p:grpSpPr>
          <a:xfrm>
            <a:off x="624107" y="1679836"/>
            <a:ext cx="1420823" cy="506056"/>
            <a:chOff x="261256" y="305315"/>
            <a:chExt cx="1754155" cy="506056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A3E0C54C-6C7F-9480-5647-D067B22022C4}"/>
                </a:ext>
              </a:extLst>
            </p:cNvPr>
            <p:cNvSpPr/>
            <p:nvPr/>
          </p:nvSpPr>
          <p:spPr>
            <a:xfrm>
              <a:off x="261256" y="320493"/>
              <a:ext cx="1754155" cy="49087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126" name="Title 1">
              <a:extLst>
                <a:ext uri="{FF2B5EF4-FFF2-40B4-BE49-F238E27FC236}">
                  <a16:creationId xmlns:a16="http://schemas.microsoft.com/office/drawing/2014/main" id="{5378AE5D-2BA4-859B-D49E-9FE687A9F48B}"/>
                </a:ext>
              </a:extLst>
            </p:cNvPr>
            <p:cNvSpPr txBox="1">
              <a:spLocks/>
            </p:cNvSpPr>
            <p:nvPr/>
          </p:nvSpPr>
          <p:spPr>
            <a:xfrm>
              <a:off x="478617" y="305315"/>
              <a:ext cx="1319431" cy="506056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54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th-TH" sz="2800" b="1" dirty="0">
                  <a:solidFill>
                    <a:srgbClr val="00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ระยะเผื่อ</a:t>
              </a: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H Sarabun New" panose="020B0500040200020003" pitchFamily="34" charset="-34"/>
                <a:ea typeface="+mj-ea"/>
                <a:cs typeface="TH Sarabun New" panose="020B0500040200020003" pitchFamily="34" charset="-34"/>
              </a:endParaRPr>
            </a:p>
          </p:txBody>
        </p:sp>
      </p:grp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0A9F1F00-ACCE-2B62-A4FE-8D73632FD96A}"/>
              </a:ext>
            </a:extLst>
          </p:cNvPr>
          <p:cNvSpPr/>
          <p:nvPr/>
        </p:nvSpPr>
        <p:spPr>
          <a:xfrm>
            <a:off x="595969" y="2342811"/>
            <a:ext cx="10964113" cy="1763501"/>
          </a:xfrm>
          <a:prstGeom prst="roundRect">
            <a:avLst>
              <a:gd name="adj" fmla="val 2232"/>
            </a:avLst>
          </a:prstGeom>
          <a:noFill/>
          <a:ln w="28575">
            <a:solidFill>
              <a:srgbClr val="BD9DD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B1C339D-E626-F4E1-DD60-150FB0C4A4D3}"/>
              </a:ext>
            </a:extLst>
          </p:cNvPr>
          <p:cNvGrpSpPr/>
          <p:nvPr/>
        </p:nvGrpSpPr>
        <p:grpSpPr>
          <a:xfrm>
            <a:off x="595969" y="4251544"/>
            <a:ext cx="1596880" cy="518794"/>
            <a:chOff x="261256" y="320493"/>
            <a:chExt cx="1971516" cy="518794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87DC62F-E4BC-9A01-B0BE-72CC60FF0C92}"/>
                </a:ext>
              </a:extLst>
            </p:cNvPr>
            <p:cNvSpPr/>
            <p:nvPr/>
          </p:nvSpPr>
          <p:spPr>
            <a:xfrm>
              <a:off x="261256" y="320493"/>
              <a:ext cx="1971516" cy="49087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8485D9F1-663C-F23D-77C6-55071C0AFEF4}"/>
                </a:ext>
              </a:extLst>
            </p:cNvPr>
            <p:cNvSpPr txBox="1">
              <a:spLocks/>
            </p:cNvSpPr>
            <p:nvPr/>
          </p:nvSpPr>
          <p:spPr>
            <a:xfrm>
              <a:off x="368326" y="333231"/>
              <a:ext cx="1754155" cy="506056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54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j-ea"/>
                  <a:cs typeface="TH Sarabun New" panose="020B0500040200020003" pitchFamily="34" charset="-34"/>
                </a:rPr>
                <a:t>P</a:t>
              </a:r>
              <a:r>
                <a:rPr lang="en-US" sz="2800" b="1" dirty="0" err="1">
                  <a:solidFill>
                    <a:srgbClr val="00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rint</a:t>
              </a:r>
              <a:r>
                <a:rPr lang="en-US" sz="2800" b="1" dirty="0">
                  <a:solidFill>
                    <a:srgbClr val="00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Rate</a:t>
              </a: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H Sarabun New" panose="020B0500040200020003" pitchFamily="34" charset="-34"/>
                <a:ea typeface="+mj-ea"/>
                <a:cs typeface="TH Sarabun New" panose="020B0500040200020003" pitchFamily="34" charset="-34"/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D063715-BDED-1DBD-4128-32C3E24FEE48}"/>
              </a:ext>
            </a:extLst>
          </p:cNvPr>
          <p:cNvSpPr/>
          <p:nvPr/>
        </p:nvSpPr>
        <p:spPr>
          <a:xfrm>
            <a:off x="595968" y="4905710"/>
            <a:ext cx="10964113" cy="1580751"/>
          </a:xfrm>
          <a:prstGeom prst="roundRect">
            <a:avLst>
              <a:gd name="adj" fmla="val 2232"/>
            </a:avLst>
          </a:prstGeom>
          <a:noFill/>
          <a:ln w="28575">
            <a:solidFill>
              <a:srgbClr val="BD9DD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EBE0E3-7BEE-95E3-1C8A-F7C4F6A7202D}"/>
              </a:ext>
            </a:extLst>
          </p:cNvPr>
          <p:cNvSpPr txBox="1"/>
          <p:nvPr/>
        </p:nvSpPr>
        <p:spPr>
          <a:xfrm>
            <a:off x="800164" y="1060430"/>
            <a:ext cx="3097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เปลี่ยนเป็นค่า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Proof 500	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บาท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ต่องาน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8FE7BE7-34A3-2DEF-B90E-E8AE3ADA12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59" t="4185" b="7109"/>
          <a:stretch/>
        </p:blipFill>
        <p:spPr>
          <a:xfrm>
            <a:off x="1033429" y="2396062"/>
            <a:ext cx="2649667" cy="159114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EE86A5B-5638-8637-6079-BB77DFC1CA6A}"/>
              </a:ext>
            </a:extLst>
          </p:cNvPr>
          <p:cNvSpPr txBox="1"/>
          <p:nvPr/>
        </p:nvSpPr>
        <p:spPr>
          <a:xfrm>
            <a:off x="800164" y="5095920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15.5 * 21.5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5	บาท/ใบพิมพ์/ 1 ด้าน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18 * 25	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6	บาท/ใบพิมพ์/ 1 ด้าน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21 * 29.5 	7	บาท/ใบพิมพ์/ 1 ด้าน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23 * 29.5	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8	บาท/ใบพิมพ์/ 1 ด้าน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216B3D-33D8-C4E5-7350-CE284AE709DD}"/>
              </a:ext>
            </a:extLst>
          </p:cNvPr>
          <p:cNvSpPr txBox="1"/>
          <p:nvPr/>
        </p:nvSpPr>
        <p:spPr>
          <a:xfrm>
            <a:off x="2279573" y="4346166"/>
            <a:ext cx="2553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- </a:t>
            </a:r>
            <a:r>
              <a:rPr lang="th-TH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ใบพิมพ์รวมเผื่อเสีย </a:t>
            </a:r>
            <a:r>
              <a:rPr lang="en-US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(After waste) -</a:t>
            </a:r>
            <a:endParaRPr lang="th-TH" dirty="0">
              <a:solidFill>
                <a:srgbClr val="FF000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E55C16-3278-4E6B-5A1C-39C23D931568}"/>
              </a:ext>
            </a:extLst>
          </p:cNvPr>
          <p:cNvSpPr txBox="1"/>
          <p:nvPr/>
        </p:nvSpPr>
        <p:spPr>
          <a:xfrm>
            <a:off x="3486332" y="1054414"/>
            <a:ext cx="58816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***กรณี เลือกหลาย </a:t>
            </a:r>
            <a:r>
              <a:rPr lang="en-US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Component </a:t>
            </a:r>
            <a:r>
              <a:rPr lang="th-TH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คิด 500 บาท ต่อ </a:t>
            </a:r>
            <a:r>
              <a:rPr lang="en-US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Component (</a:t>
            </a:r>
            <a:r>
              <a:rPr lang="th-TH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หลาย </a:t>
            </a:r>
            <a:r>
              <a:rPr lang="en-US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 </a:t>
            </a:r>
            <a:r>
              <a:rPr lang="th-TH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คิดตามจำนวน </a:t>
            </a:r>
            <a:r>
              <a:rPr lang="en-US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F)</a:t>
            </a:r>
            <a:endParaRPr lang="th-TH" dirty="0">
              <a:solidFill>
                <a:srgbClr val="FF000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370260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Picture 132">
            <a:extLst>
              <a:ext uri="{FF2B5EF4-FFF2-40B4-BE49-F238E27FC236}">
                <a16:creationId xmlns:a16="http://schemas.microsoft.com/office/drawing/2014/main" id="{E16AE0B5-D4D6-1E03-8370-A6F2F5075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55425"/>
            <a:ext cx="12192000" cy="493283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01298054-5306-D0B8-3B58-AA6DB0F874C3}"/>
              </a:ext>
            </a:extLst>
          </p:cNvPr>
          <p:cNvGrpSpPr/>
          <p:nvPr/>
        </p:nvGrpSpPr>
        <p:grpSpPr>
          <a:xfrm>
            <a:off x="473759" y="247818"/>
            <a:ext cx="1937444" cy="546493"/>
            <a:chOff x="134635" y="320493"/>
            <a:chExt cx="2007395" cy="54649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166CD51-D91D-0F6B-B0C4-92677FCFA329}"/>
                </a:ext>
              </a:extLst>
            </p:cNvPr>
            <p:cNvSpPr/>
            <p:nvPr/>
          </p:nvSpPr>
          <p:spPr>
            <a:xfrm>
              <a:off x="261256" y="320493"/>
              <a:ext cx="1754155" cy="49087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135" name="Title 1">
              <a:extLst>
                <a:ext uri="{FF2B5EF4-FFF2-40B4-BE49-F238E27FC236}">
                  <a16:creationId xmlns:a16="http://schemas.microsoft.com/office/drawing/2014/main" id="{B10A0B3D-46F6-E7DF-1ABE-0A594F76EFD8}"/>
                </a:ext>
              </a:extLst>
            </p:cNvPr>
            <p:cNvSpPr txBox="1">
              <a:spLocks/>
            </p:cNvSpPr>
            <p:nvPr/>
          </p:nvSpPr>
          <p:spPr>
            <a:xfrm>
              <a:off x="134635" y="360930"/>
              <a:ext cx="2007395" cy="506056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54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th-TH" sz="2800" b="1" dirty="0">
                  <a:solidFill>
                    <a:srgbClr val="00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เผื่อเสีย </a:t>
              </a:r>
              <a:r>
                <a:rPr lang="en-US" sz="2800" b="1" dirty="0">
                  <a:solidFill>
                    <a:srgbClr val="00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Print</a:t>
              </a: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H Sarabun New" panose="020B0500040200020003" pitchFamily="34" charset="-34"/>
                <a:ea typeface="+mj-ea"/>
                <a:cs typeface="TH Sarabun New" panose="020B0500040200020003" pitchFamily="34" charset="-34"/>
              </a:endParaRPr>
            </a:p>
          </p:txBody>
        </p:sp>
      </p:grp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489EC896-A155-9BA0-5EDF-03DABF394B78}"/>
              </a:ext>
            </a:extLst>
          </p:cNvPr>
          <p:cNvSpPr/>
          <p:nvPr/>
        </p:nvSpPr>
        <p:spPr>
          <a:xfrm>
            <a:off x="624107" y="877778"/>
            <a:ext cx="10964113" cy="3830435"/>
          </a:xfrm>
          <a:prstGeom prst="roundRect">
            <a:avLst>
              <a:gd name="adj" fmla="val 2232"/>
            </a:avLst>
          </a:prstGeom>
          <a:noFill/>
          <a:ln w="28575">
            <a:solidFill>
              <a:srgbClr val="BD9DD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B1C339D-E626-F4E1-DD60-150FB0C4A4D3}"/>
              </a:ext>
            </a:extLst>
          </p:cNvPr>
          <p:cNvGrpSpPr/>
          <p:nvPr/>
        </p:nvGrpSpPr>
        <p:grpSpPr>
          <a:xfrm>
            <a:off x="624107" y="5032603"/>
            <a:ext cx="1693028" cy="518794"/>
            <a:chOff x="261256" y="320493"/>
            <a:chExt cx="1971516" cy="518794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87DC62F-E4BC-9A01-B0BE-72CC60FF0C92}"/>
                </a:ext>
              </a:extLst>
            </p:cNvPr>
            <p:cNvSpPr/>
            <p:nvPr/>
          </p:nvSpPr>
          <p:spPr>
            <a:xfrm>
              <a:off x="261256" y="320493"/>
              <a:ext cx="1971516" cy="49087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8485D9F1-663C-F23D-77C6-55071C0AFEF4}"/>
                </a:ext>
              </a:extLst>
            </p:cNvPr>
            <p:cNvSpPr txBox="1">
              <a:spLocks/>
            </p:cNvSpPr>
            <p:nvPr/>
          </p:nvSpPr>
          <p:spPr>
            <a:xfrm>
              <a:off x="368326" y="333231"/>
              <a:ext cx="1754155" cy="506056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54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h-TH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j-ea"/>
                  <a:cs typeface="TH Sarabun New" panose="020B0500040200020003" pitchFamily="34" charset="-34"/>
                </a:rPr>
                <a:t>เผื่อเสียอื่น ๆ</a:t>
              </a: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H Sarabun New" panose="020B0500040200020003" pitchFamily="34" charset="-34"/>
                <a:ea typeface="+mj-ea"/>
                <a:cs typeface="TH Sarabun New" panose="020B0500040200020003" pitchFamily="34" charset="-34"/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D063715-BDED-1DBD-4128-32C3E24FEE48}"/>
              </a:ext>
            </a:extLst>
          </p:cNvPr>
          <p:cNvSpPr/>
          <p:nvPr/>
        </p:nvSpPr>
        <p:spPr>
          <a:xfrm>
            <a:off x="595968" y="5750277"/>
            <a:ext cx="10964113" cy="595809"/>
          </a:xfrm>
          <a:prstGeom prst="roundRect">
            <a:avLst>
              <a:gd name="adj" fmla="val 2232"/>
            </a:avLst>
          </a:prstGeom>
          <a:noFill/>
          <a:ln w="28575">
            <a:solidFill>
              <a:srgbClr val="BD9DD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57AAFB-D4BA-D0DB-F02E-06ACE1675D2C}"/>
              </a:ext>
            </a:extLst>
          </p:cNvPr>
          <p:cNvSpPr txBox="1"/>
          <p:nvPr/>
        </p:nvSpPr>
        <p:spPr>
          <a:xfrm>
            <a:off x="852682" y="5871311"/>
            <a:ext cx="2872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ทุกขั้นตอนลดลง 30%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C21E470-722E-6310-1CC3-60DE303946AF}"/>
              </a:ext>
            </a:extLst>
          </p:cNvPr>
          <p:cNvGrpSpPr/>
          <p:nvPr/>
        </p:nvGrpSpPr>
        <p:grpSpPr>
          <a:xfrm>
            <a:off x="878279" y="1164102"/>
            <a:ext cx="3065849" cy="3288820"/>
            <a:chOff x="878279" y="1164102"/>
            <a:chExt cx="3065849" cy="328882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E22F7F9-9B93-7AAC-18D9-7D8B96CB1A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8279" y="1164102"/>
              <a:ext cx="3065849" cy="3288820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59021D0-248B-9F62-1969-5DA0FB21CD39}"/>
                </a:ext>
              </a:extLst>
            </p:cNvPr>
            <p:cNvSpPr/>
            <p:nvPr/>
          </p:nvSpPr>
          <p:spPr>
            <a:xfrm>
              <a:off x="1539551" y="4190467"/>
              <a:ext cx="256258" cy="2095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10953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Picture 132">
            <a:extLst>
              <a:ext uri="{FF2B5EF4-FFF2-40B4-BE49-F238E27FC236}">
                <a16:creationId xmlns:a16="http://schemas.microsoft.com/office/drawing/2014/main" id="{E16AE0B5-D4D6-1E03-8370-A6F2F5075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55425"/>
            <a:ext cx="12192000" cy="493283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01298054-5306-D0B8-3B58-AA6DB0F874C3}"/>
              </a:ext>
            </a:extLst>
          </p:cNvPr>
          <p:cNvGrpSpPr/>
          <p:nvPr/>
        </p:nvGrpSpPr>
        <p:grpSpPr>
          <a:xfrm>
            <a:off x="622776" y="247818"/>
            <a:ext cx="2064440" cy="510510"/>
            <a:chOff x="261256" y="320493"/>
            <a:chExt cx="1754155" cy="51051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166CD51-D91D-0F6B-B0C4-92677FCFA329}"/>
                </a:ext>
              </a:extLst>
            </p:cNvPr>
            <p:cNvSpPr/>
            <p:nvPr/>
          </p:nvSpPr>
          <p:spPr>
            <a:xfrm>
              <a:off x="261256" y="320493"/>
              <a:ext cx="1754155" cy="49087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135" name="Title 1">
              <a:extLst>
                <a:ext uri="{FF2B5EF4-FFF2-40B4-BE49-F238E27FC236}">
                  <a16:creationId xmlns:a16="http://schemas.microsoft.com/office/drawing/2014/main" id="{B10A0B3D-46F6-E7DF-1ABE-0A594F76EFD8}"/>
                </a:ext>
              </a:extLst>
            </p:cNvPr>
            <p:cNvSpPr txBox="1">
              <a:spLocks/>
            </p:cNvSpPr>
            <p:nvPr/>
          </p:nvSpPr>
          <p:spPr>
            <a:xfrm>
              <a:off x="261256" y="324947"/>
              <a:ext cx="1754154" cy="506056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54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800" b="1" dirty="0">
                  <a:solidFill>
                    <a:srgbClr val="00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Rate </a:t>
              </a:r>
              <a:r>
                <a:rPr lang="th-TH" sz="2800" b="1" dirty="0">
                  <a:solidFill>
                    <a:srgbClr val="00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ทุก </a:t>
              </a:r>
              <a:r>
                <a:rPr lang="en-US" sz="2800" b="1" dirty="0">
                  <a:solidFill>
                    <a:srgbClr val="00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Process</a:t>
              </a: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H Sarabun New" panose="020B0500040200020003" pitchFamily="34" charset="-34"/>
                <a:ea typeface="+mj-ea"/>
                <a:cs typeface="TH Sarabun New" panose="020B0500040200020003" pitchFamily="34" charset="-34"/>
              </a:endParaRPr>
            </a:p>
          </p:txBody>
        </p:sp>
      </p:grp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489EC896-A155-9BA0-5EDF-03DABF394B78}"/>
              </a:ext>
            </a:extLst>
          </p:cNvPr>
          <p:cNvSpPr/>
          <p:nvPr/>
        </p:nvSpPr>
        <p:spPr>
          <a:xfrm>
            <a:off x="624107" y="877778"/>
            <a:ext cx="10964113" cy="811063"/>
          </a:xfrm>
          <a:prstGeom prst="roundRect">
            <a:avLst>
              <a:gd name="adj" fmla="val 2232"/>
            </a:avLst>
          </a:prstGeom>
          <a:noFill/>
          <a:ln w="28575">
            <a:solidFill>
              <a:srgbClr val="BD9DD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B1C339D-E626-F4E1-DD60-150FB0C4A4D3}"/>
              </a:ext>
            </a:extLst>
          </p:cNvPr>
          <p:cNvGrpSpPr/>
          <p:nvPr/>
        </p:nvGrpSpPr>
        <p:grpSpPr>
          <a:xfrm>
            <a:off x="595968" y="3503891"/>
            <a:ext cx="1466096" cy="518794"/>
            <a:chOff x="261256" y="320493"/>
            <a:chExt cx="1971516" cy="518794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87DC62F-E4BC-9A01-B0BE-72CC60FF0C92}"/>
                </a:ext>
              </a:extLst>
            </p:cNvPr>
            <p:cNvSpPr/>
            <p:nvPr/>
          </p:nvSpPr>
          <p:spPr>
            <a:xfrm>
              <a:off x="261256" y="320493"/>
              <a:ext cx="1971516" cy="49087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8485D9F1-663C-F23D-77C6-55071C0AFEF4}"/>
                </a:ext>
              </a:extLst>
            </p:cNvPr>
            <p:cNvSpPr txBox="1">
              <a:spLocks/>
            </p:cNvSpPr>
            <p:nvPr/>
          </p:nvSpPr>
          <p:spPr>
            <a:xfrm>
              <a:off x="368326" y="333231"/>
              <a:ext cx="1754155" cy="506056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54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j-ea"/>
                  <a:cs typeface="TH Sarabun New" panose="020B0500040200020003" pitchFamily="34" charset="-34"/>
                </a:rPr>
                <a:t>Min Price</a:t>
              </a: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D063715-BDED-1DBD-4128-32C3E24FEE48}"/>
              </a:ext>
            </a:extLst>
          </p:cNvPr>
          <p:cNvSpPr/>
          <p:nvPr/>
        </p:nvSpPr>
        <p:spPr>
          <a:xfrm>
            <a:off x="595968" y="4200313"/>
            <a:ext cx="10964113" cy="722109"/>
          </a:xfrm>
          <a:prstGeom prst="roundRect">
            <a:avLst>
              <a:gd name="adj" fmla="val 2232"/>
            </a:avLst>
          </a:prstGeom>
          <a:noFill/>
          <a:ln w="28575">
            <a:solidFill>
              <a:srgbClr val="BD9DD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7113146-6B9D-35EF-EB0F-A92F63CB8F69}"/>
              </a:ext>
            </a:extLst>
          </p:cNvPr>
          <p:cNvGrpSpPr/>
          <p:nvPr/>
        </p:nvGrpSpPr>
        <p:grpSpPr>
          <a:xfrm>
            <a:off x="594770" y="1853530"/>
            <a:ext cx="1467295" cy="518995"/>
            <a:chOff x="259822" y="320493"/>
            <a:chExt cx="1755589" cy="518995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DAE821C-67BA-582D-5521-755E702185DA}"/>
                </a:ext>
              </a:extLst>
            </p:cNvPr>
            <p:cNvSpPr/>
            <p:nvPr/>
          </p:nvSpPr>
          <p:spPr>
            <a:xfrm>
              <a:off x="261256" y="320493"/>
              <a:ext cx="1754155" cy="49087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8B577EFF-22AB-F094-23E5-B8DDCC501A12}"/>
                </a:ext>
              </a:extLst>
            </p:cNvPr>
            <p:cNvSpPr txBox="1">
              <a:spLocks/>
            </p:cNvSpPr>
            <p:nvPr/>
          </p:nvSpPr>
          <p:spPr>
            <a:xfrm>
              <a:off x="259822" y="333432"/>
              <a:ext cx="1754154" cy="506056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54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j-ea"/>
                  <a:cs typeface="TH Sarabun New" panose="020B0500040200020003" pitchFamily="34" charset="-34"/>
                </a:rPr>
                <a:t>Template</a:t>
              </a:r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ED0044C-5D77-EEDD-D6F1-2B74D48238A3}"/>
              </a:ext>
            </a:extLst>
          </p:cNvPr>
          <p:cNvSpPr/>
          <p:nvPr/>
        </p:nvSpPr>
        <p:spPr>
          <a:xfrm>
            <a:off x="597299" y="2483490"/>
            <a:ext cx="10964113" cy="811063"/>
          </a:xfrm>
          <a:prstGeom prst="roundRect">
            <a:avLst>
              <a:gd name="adj" fmla="val 2232"/>
            </a:avLst>
          </a:prstGeom>
          <a:noFill/>
          <a:ln w="28575">
            <a:solidFill>
              <a:srgbClr val="BD9DD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135170-C007-A557-BFF9-6DFBF6369889}"/>
              </a:ext>
            </a:extLst>
          </p:cNvPr>
          <p:cNvSpPr txBox="1"/>
          <p:nvPr/>
        </p:nvSpPr>
        <p:spPr>
          <a:xfrm>
            <a:off x="826550" y="1144933"/>
            <a:ext cx="2306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ใช้เหมือนเดิม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952FE7-9E76-3D4A-1426-D88BF0D67C95}"/>
              </a:ext>
            </a:extLst>
          </p:cNvPr>
          <p:cNvSpPr txBox="1"/>
          <p:nvPr/>
        </p:nvSpPr>
        <p:spPr>
          <a:xfrm>
            <a:off x="826550" y="2769931"/>
            <a:ext cx="2306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ใช้เหมือนเดิม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2D5C8E-2FA8-1F0B-4945-8F2D723E8444}"/>
              </a:ext>
            </a:extLst>
          </p:cNvPr>
          <p:cNvSpPr txBox="1"/>
          <p:nvPr/>
        </p:nvSpPr>
        <p:spPr>
          <a:xfrm>
            <a:off x="847919" y="4426745"/>
            <a:ext cx="3678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ใช้เหมือนเดิม ยกเว้น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Print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ไม่มี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min price</a:t>
            </a:r>
          </a:p>
        </p:txBody>
      </p:sp>
    </p:spTree>
    <p:extLst>
      <p:ext uri="{BB962C8B-B14F-4D97-AF65-F5344CB8AC3E}">
        <p14:creationId xmlns:p14="http://schemas.microsoft.com/office/powerpoint/2010/main" val="608277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Picture 132">
            <a:extLst>
              <a:ext uri="{FF2B5EF4-FFF2-40B4-BE49-F238E27FC236}">
                <a16:creationId xmlns:a16="http://schemas.microsoft.com/office/drawing/2014/main" id="{E16AE0B5-D4D6-1E03-8370-A6F2F5075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55425"/>
            <a:ext cx="12192000" cy="493283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01298054-5306-D0B8-3B58-AA6DB0F874C3}"/>
              </a:ext>
            </a:extLst>
          </p:cNvPr>
          <p:cNvGrpSpPr/>
          <p:nvPr/>
        </p:nvGrpSpPr>
        <p:grpSpPr>
          <a:xfrm>
            <a:off x="610434" y="247818"/>
            <a:ext cx="2180476" cy="524717"/>
            <a:chOff x="261256" y="320493"/>
            <a:chExt cx="2020062" cy="52471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166CD51-D91D-0F6B-B0C4-92677FCFA329}"/>
                </a:ext>
              </a:extLst>
            </p:cNvPr>
            <p:cNvSpPr/>
            <p:nvPr/>
          </p:nvSpPr>
          <p:spPr>
            <a:xfrm>
              <a:off x="261256" y="320493"/>
              <a:ext cx="2007395" cy="49087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135" name="Title 1">
              <a:extLst>
                <a:ext uri="{FF2B5EF4-FFF2-40B4-BE49-F238E27FC236}">
                  <a16:creationId xmlns:a16="http://schemas.microsoft.com/office/drawing/2014/main" id="{B10A0B3D-46F6-E7DF-1ABE-0A594F76EFD8}"/>
                </a:ext>
              </a:extLst>
            </p:cNvPr>
            <p:cNvSpPr txBox="1">
              <a:spLocks/>
            </p:cNvSpPr>
            <p:nvPr/>
          </p:nvSpPr>
          <p:spPr>
            <a:xfrm>
              <a:off x="273923" y="339154"/>
              <a:ext cx="2007395" cy="506056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54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j-ea"/>
                  <a:cs typeface="TH Sarabun New" panose="020B0500040200020003" pitchFamily="34" charset="-34"/>
                </a:rPr>
                <a:t>Standard Paper</a:t>
              </a:r>
            </a:p>
          </p:txBody>
        </p:sp>
      </p:grp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489EC896-A155-9BA0-5EDF-03DABF394B78}"/>
              </a:ext>
            </a:extLst>
          </p:cNvPr>
          <p:cNvSpPr/>
          <p:nvPr/>
        </p:nvSpPr>
        <p:spPr>
          <a:xfrm>
            <a:off x="624107" y="877778"/>
            <a:ext cx="10964113" cy="5504361"/>
          </a:xfrm>
          <a:prstGeom prst="roundRect">
            <a:avLst>
              <a:gd name="adj" fmla="val 2232"/>
            </a:avLst>
          </a:prstGeom>
          <a:noFill/>
          <a:ln w="28575">
            <a:solidFill>
              <a:srgbClr val="BD9DD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925592-B5F1-F2E9-13D5-24A551A9A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543" y="1135613"/>
            <a:ext cx="5494026" cy="24660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1B6BD5-1C49-50E9-6577-C2F136AF8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3543" y="3722738"/>
            <a:ext cx="5539904" cy="246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63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B7EE668-B274-C4E5-F886-85D833FC0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55425"/>
            <a:ext cx="12192000" cy="49328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4350256-B63B-0170-7EAB-5506DBD2383A}"/>
              </a:ext>
            </a:extLst>
          </p:cNvPr>
          <p:cNvGrpSpPr/>
          <p:nvPr/>
        </p:nvGrpSpPr>
        <p:grpSpPr>
          <a:xfrm>
            <a:off x="291581" y="773334"/>
            <a:ext cx="11608837" cy="4675743"/>
            <a:chOff x="353008" y="829318"/>
            <a:chExt cx="11485984" cy="456424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7423417-537B-F0B3-F65E-649BD4476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3008" y="829318"/>
              <a:ext cx="11485984" cy="4564247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D20206-012F-4583-41BC-A117B8226890}"/>
                </a:ext>
              </a:extLst>
            </p:cNvPr>
            <p:cNvSpPr/>
            <p:nvPr/>
          </p:nvSpPr>
          <p:spPr>
            <a:xfrm>
              <a:off x="4450702" y="4646646"/>
              <a:ext cx="802433" cy="746920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Graphic 14" descr="Arrow: Clockwise curve with solid fill">
            <a:extLst>
              <a:ext uri="{FF2B5EF4-FFF2-40B4-BE49-F238E27FC236}">
                <a16:creationId xmlns:a16="http://schemas.microsoft.com/office/drawing/2014/main" id="{F4629931-87C4-82CC-13EC-690B8CD87A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4185377">
            <a:off x="4786919" y="3707519"/>
            <a:ext cx="914400" cy="9144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8432717-7ADD-F62E-7B84-AB82C57962B6}"/>
              </a:ext>
            </a:extLst>
          </p:cNvPr>
          <p:cNvSpPr/>
          <p:nvPr/>
        </p:nvSpPr>
        <p:spPr>
          <a:xfrm>
            <a:off x="5896947" y="3219061"/>
            <a:ext cx="1324947" cy="130628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581DC0-CF80-474C-5F04-D2EDB1804D5A}"/>
              </a:ext>
            </a:extLst>
          </p:cNvPr>
          <p:cNvSpPr txBox="1"/>
          <p:nvPr/>
        </p:nvSpPr>
        <p:spPr>
          <a:xfrm>
            <a:off x="6033795" y="3278028"/>
            <a:ext cx="10512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Offset</a:t>
            </a:r>
          </a:p>
          <a:p>
            <a:pPr algn="ctr"/>
            <a:r>
              <a:rPr lang="en-US" sz="2400" b="1" dirty="0" err="1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Flexo</a:t>
            </a:r>
            <a:endParaRPr lang="en-US" sz="24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Jet Press</a:t>
            </a:r>
          </a:p>
        </p:txBody>
      </p:sp>
    </p:spTree>
    <p:extLst>
      <p:ext uri="{BB962C8B-B14F-4D97-AF65-F5344CB8AC3E}">
        <p14:creationId xmlns:p14="http://schemas.microsoft.com/office/powerpoint/2010/main" val="260134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6247381-2C0D-EFC6-DB39-5C417E6E0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55425"/>
            <a:ext cx="12192000" cy="49328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2CFC28B-41E6-05C4-13E0-7E5AE57190D5}"/>
              </a:ext>
            </a:extLst>
          </p:cNvPr>
          <p:cNvSpPr/>
          <p:nvPr/>
        </p:nvSpPr>
        <p:spPr>
          <a:xfrm>
            <a:off x="2055844" y="3926453"/>
            <a:ext cx="1408923" cy="47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 descr="Arrow: Clockwise curve with solid fill">
            <a:extLst>
              <a:ext uri="{FF2B5EF4-FFF2-40B4-BE49-F238E27FC236}">
                <a16:creationId xmlns:a16="http://schemas.microsoft.com/office/drawing/2014/main" id="{5004DB21-5962-AC43-2333-5782D02256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578780" flipH="1" flipV="1">
            <a:off x="9357922" y="2803416"/>
            <a:ext cx="914400" cy="914400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567A551E-A2B6-49D2-C7DB-4071650065B3}"/>
              </a:ext>
            </a:extLst>
          </p:cNvPr>
          <p:cNvGrpSpPr/>
          <p:nvPr/>
        </p:nvGrpSpPr>
        <p:grpSpPr>
          <a:xfrm>
            <a:off x="2984169" y="331497"/>
            <a:ext cx="6223661" cy="2746139"/>
            <a:chOff x="2984169" y="331497"/>
            <a:chExt cx="6223661" cy="2746139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44B63E0-2BB2-CEB3-AD19-55190DA5D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84169" y="331497"/>
              <a:ext cx="6223661" cy="274613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FCDF946-6502-1BD0-0A66-90CEB0BF95D7}"/>
                </a:ext>
              </a:extLst>
            </p:cNvPr>
            <p:cNvSpPr/>
            <p:nvPr/>
          </p:nvSpPr>
          <p:spPr>
            <a:xfrm>
              <a:off x="4745164" y="926184"/>
              <a:ext cx="1217098" cy="126896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22E3567-4D4C-3484-C92D-A500C1CC3D99}"/>
                </a:ext>
              </a:extLst>
            </p:cNvPr>
            <p:cNvSpPr/>
            <p:nvPr/>
          </p:nvSpPr>
          <p:spPr>
            <a:xfrm>
              <a:off x="3773397" y="2403363"/>
              <a:ext cx="1217098" cy="38646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069F78E-2005-E556-BBC1-4A52E38AEB5F}"/>
              </a:ext>
            </a:extLst>
          </p:cNvPr>
          <p:cNvGrpSpPr/>
          <p:nvPr/>
        </p:nvGrpSpPr>
        <p:grpSpPr>
          <a:xfrm>
            <a:off x="2989371" y="3237722"/>
            <a:ext cx="6218459" cy="3042018"/>
            <a:chOff x="2989371" y="3237722"/>
            <a:chExt cx="6218459" cy="304201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5AD3CB2-0639-4922-1493-2733BCE560E9}"/>
                </a:ext>
              </a:extLst>
            </p:cNvPr>
            <p:cNvSpPr/>
            <p:nvPr/>
          </p:nvSpPr>
          <p:spPr>
            <a:xfrm>
              <a:off x="3265714" y="3237722"/>
              <a:ext cx="1408923" cy="597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8E585D2-78C4-3E75-F74F-373EAA2183B7}"/>
                </a:ext>
              </a:extLst>
            </p:cNvPr>
            <p:cNvSpPr/>
            <p:nvPr/>
          </p:nvSpPr>
          <p:spPr>
            <a:xfrm>
              <a:off x="5048972" y="3567223"/>
              <a:ext cx="2023632" cy="8350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DD6EA37-B906-C949-7DE0-15E78E0B3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89371" y="3536302"/>
              <a:ext cx="6218459" cy="274343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AA9D35C-EB61-AF48-E320-AF2D3C03DE3E}"/>
                </a:ext>
              </a:extLst>
            </p:cNvPr>
            <p:cNvSpPr/>
            <p:nvPr/>
          </p:nvSpPr>
          <p:spPr>
            <a:xfrm>
              <a:off x="4674637" y="5075854"/>
              <a:ext cx="1203649" cy="2705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C55AF08-303B-38F4-D2F4-D820F5E49E6E}"/>
                </a:ext>
              </a:extLst>
            </p:cNvPr>
            <p:cNvCxnSpPr>
              <a:cxnSpLocks/>
            </p:cNvCxnSpPr>
            <p:nvPr/>
          </p:nvCxnSpPr>
          <p:spPr>
            <a:xfrm>
              <a:off x="4674637" y="5337111"/>
              <a:ext cx="1203649" cy="0"/>
            </a:xfrm>
            <a:prstGeom prst="line">
              <a:avLst/>
            </a:prstGeom>
            <a:ln>
              <a:solidFill>
                <a:srgbClr val="7DBFFF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49AFBE1-F7BA-F729-FAB0-BE32BE523D3B}"/>
                </a:ext>
              </a:extLst>
            </p:cNvPr>
            <p:cNvSpPr/>
            <p:nvPr/>
          </p:nvSpPr>
          <p:spPr>
            <a:xfrm>
              <a:off x="4745164" y="4209080"/>
              <a:ext cx="1217098" cy="94042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6268563-4CEF-C205-87B6-79D1FBC88A44}"/>
                </a:ext>
              </a:extLst>
            </p:cNvPr>
            <p:cNvSpPr/>
            <p:nvPr/>
          </p:nvSpPr>
          <p:spPr>
            <a:xfrm>
              <a:off x="3651380" y="5686986"/>
              <a:ext cx="1203649" cy="2705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2B7FA365-FEDD-7D9E-0272-4C904AB6C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53604" y="5464450"/>
              <a:ext cx="1537564" cy="681316"/>
            </a:xfrm>
            <a:prstGeom prst="rect">
              <a:avLst/>
            </a:prstGeom>
          </p:spPr>
        </p:pic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8E2070D-03AB-629F-9562-976A68BE0DD4}"/>
                </a:ext>
              </a:extLst>
            </p:cNvPr>
            <p:cNvSpPr/>
            <p:nvPr/>
          </p:nvSpPr>
          <p:spPr>
            <a:xfrm>
              <a:off x="6209988" y="5343575"/>
              <a:ext cx="1777016" cy="8350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7D9DF40-D712-E615-06E2-1D60E5FB0B89}"/>
              </a:ext>
            </a:extLst>
          </p:cNvPr>
          <p:cNvGrpSpPr/>
          <p:nvPr/>
        </p:nvGrpSpPr>
        <p:grpSpPr>
          <a:xfrm>
            <a:off x="250882" y="331497"/>
            <a:ext cx="2180476" cy="524717"/>
            <a:chOff x="261256" y="320493"/>
            <a:chExt cx="2020062" cy="524717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75D6C61B-E54F-BE7B-A7DF-A372A7983E1F}"/>
                </a:ext>
              </a:extLst>
            </p:cNvPr>
            <p:cNvSpPr/>
            <p:nvPr/>
          </p:nvSpPr>
          <p:spPr>
            <a:xfrm>
              <a:off x="261256" y="320493"/>
              <a:ext cx="2007395" cy="49087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48" name="Title 1">
              <a:extLst>
                <a:ext uri="{FF2B5EF4-FFF2-40B4-BE49-F238E27FC236}">
                  <a16:creationId xmlns:a16="http://schemas.microsoft.com/office/drawing/2014/main" id="{A920CA91-688D-4CE7-ADA9-D1F960315D60}"/>
                </a:ext>
              </a:extLst>
            </p:cNvPr>
            <p:cNvSpPr txBox="1">
              <a:spLocks/>
            </p:cNvSpPr>
            <p:nvPr/>
          </p:nvSpPr>
          <p:spPr>
            <a:xfrm>
              <a:off x="273923" y="339154"/>
              <a:ext cx="2007395" cy="506056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54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h-TH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j-ea"/>
                  <a:cs typeface="TH Sarabun New" panose="020B0500040200020003" pitchFamily="34" charset="-34"/>
                </a:rPr>
                <a:t>ประเภทงาน</a:t>
              </a: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H Sarabun New" panose="020B0500040200020003" pitchFamily="34" charset="-34"/>
                <a:ea typeface="+mj-ea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2515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20C073F-6DF5-8775-6E62-EE0AB3EE8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4718"/>
            <a:ext cx="12192000" cy="49377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23D9A867-645E-98CC-2C63-D0684B8FFF42}"/>
              </a:ext>
            </a:extLst>
          </p:cNvPr>
          <p:cNvGrpSpPr/>
          <p:nvPr/>
        </p:nvGrpSpPr>
        <p:grpSpPr>
          <a:xfrm>
            <a:off x="1917771" y="3318691"/>
            <a:ext cx="8168622" cy="2988803"/>
            <a:chOff x="277626" y="755780"/>
            <a:chExt cx="11109987" cy="403057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928AFA7-D893-B1A5-2E24-87D461998544}"/>
                </a:ext>
              </a:extLst>
            </p:cNvPr>
            <p:cNvGrpSpPr/>
            <p:nvPr/>
          </p:nvGrpSpPr>
          <p:grpSpPr>
            <a:xfrm>
              <a:off x="277626" y="755780"/>
              <a:ext cx="8950350" cy="3013787"/>
              <a:chOff x="277626" y="755780"/>
              <a:chExt cx="8950350" cy="3013787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66449147-004C-A7BE-22A8-2D85659A23F8}"/>
                  </a:ext>
                </a:extLst>
              </p:cNvPr>
              <p:cNvGrpSpPr/>
              <p:nvPr/>
            </p:nvGrpSpPr>
            <p:grpSpPr>
              <a:xfrm>
                <a:off x="277626" y="755780"/>
                <a:ext cx="8950350" cy="2911151"/>
                <a:chOff x="277626" y="755780"/>
                <a:chExt cx="8950350" cy="2911151"/>
              </a:xfrm>
            </p:grpSpPr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229A679D-A112-68FA-A82D-8971E4A50C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t="16033" r="23085" b="36687"/>
                <a:stretch/>
              </p:blipFill>
              <p:spPr>
                <a:xfrm>
                  <a:off x="277626" y="1397042"/>
                  <a:ext cx="8950350" cy="2269889"/>
                </a:xfrm>
                <a:prstGeom prst="rect">
                  <a:avLst/>
                </a:prstGeom>
              </p:spPr>
            </p:pic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03232540-C0B8-127A-E80F-8EDF05661575}"/>
                    </a:ext>
                  </a:extLst>
                </p:cNvPr>
                <p:cNvSpPr/>
                <p:nvPr/>
              </p:nvSpPr>
              <p:spPr>
                <a:xfrm>
                  <a:off x="1875453" y="755780"/>
                  <a:ext cx="2537927" cy="291115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1CA01793-619E-4ABA-5B7E-67CA782599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791873" y="1849373"/>
                  <a:ext cx="2649337" cy="1332370"/>
                </a:xfrm>
                <a:prstGeom prst="rect">
                  <a:avLst/>
                </a:prstGeom>
              </p:spPr>
            </p:pic>
          </p:grp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0AB8A49-7A28-274A-65A0-83926364C586}"/>
                  </a:ext>
                </a:extLst>
              </p:cNvPr>
              <p:cNvSpPr/>
              <p:nvPr/>
            </p:nvSpPr>
            <p:spPr>
              <a:xfrm>
                <a:off x="4590661" y="3517641"/>
                <a:ext cx="2789853" cy="2519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4BE12FCC-1396-D749-D5A8-06D1C54EA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97800" y="3381498"/>
              <a:ext cx="1615580" cy="449619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9712B62A-3F78-739E-FD2C-76CDC48245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80354" y="4054768"/>
              <a:ext cx="8428450" cy="731583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DD4E095E-B36C-D90E-D4A3-3D63288B0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27976" y="1691944"/>
              <a:ext cx="2159637" cy="1853689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B6A50EC-C85D-1DDB-ED78-06032C370B5A}"/>
                </a:ext>
              </a:extLst>
            </p:cNvPr>
            <p:cNvSpPr/>
            <p:nvPr/>
          </p:nvSpPr>
          <p:spPr>
            <a:xfrm>
              <a:off x="7022376" y="4133532"/>
              <a:ext cx="871782" cy="57405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22785D7-12E2-EE69-5C5F-603B8B5839CC}"/>
              </a:ext>
            </a:extLst>
          </p:cNvPr>
          <p:cNvGrpSpPr/>
          <p:nvPr/>
        </p:nvGrpSpPr>
        <p:grpSpPr>
          <a:xfrm>
            <a:off x="624107" y="146698"/>
            <a:ext cx="2180476" cy="524717"/>
            <a:chOff x="261256" y="320493"/>
            <a:chExt cx="2020062" cy="52471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178D0B7-F16C-FFDE-091F-254B5989590E}"/>
                </a:ext>
              </a:extLst>
            </p:cNvPr>
            <p:cNvSpPr/>
            <p:nvPr/>
          </p:nvSpPr>
          <p:spPr>
            <a:xfrm>
              <a:off x="261256" y="320493"/>
              <a:ext cx="2007395" cy="49087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FB769A78-3158-8A50-B583-19101FE7B2CB}"/>
                </a:ext>
              </a:extLst>
            </p:cNvPr>
            <p:cNvSpPr txBox="1">
              <a:spLocks/>
            </p:cNvSpPr>
            <p:nvPr/>
          </p:nvSpPr>
          <p:spPr>
            <a:xfrm>
              <a:off x="273923" y="339154"/>
              <a:ext cx="2007395" cy="506056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54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j-ea"/>
                  <a:cs typeface="TH Sarabun New" panose="020B0500040200020003" pitchFamily="34" charset="-34"/>
                </a:rPr>
                <a:t>Auto</a:t>
              </a:r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A7600A-7FD5-57A0-9D11-543CCB7C3C17}"/>
              </a:ext>
            </a:extLst>
          </p:cNvPr>
          <p:cNvSpPr/>
          <p:nvPr/>
        </p:nvSpPr>
        <p:spPr>
          <a:xfrm>
            <a:off x="624107" y="736299"/>
            <a:ext cx="10964113" cy="5764579"/>
          </a:xfrm>
          <a:prstGeom prst="roundRect">
            <a:avLst>
              <a:gd name="adj" fmla="val 2232"/>
            </a:avLst>
          </a:prstGeom>
          <a:noFill/>
          <a:ln w="28575">
            <a:solidFill>
              <a:srgbClr val="BD9DD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27741A-1193-D2BC-1084-96F6085533D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4301"/>
          <a:stretch/>
        </p:blipFill>
        <p:spPr>
          <a:xfrm>
            <a:off x="2540398" y="888242"/>
            <a:ext cx="7222105" cy="280905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1989224-5EFA-42B3-CB33-C6F3B1589B03}"/>
              </a:ext>
            </a:extLst>
          </p:cNvPr>
          <p:cNvSpPr/>
          <p:nvPr/>
        </p:nvSpPr>
        <p:spPr>
          <a:xfrm>
            <a:off x="3417030" y="1735979"/>
            <a:ext cx="1671901" cy="8486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 descr="Arrow: Clockwise curve with solid fill">
            <a:extLst>
              <a:ext uri="{FF2B5EF4-FFF2-40B4-BE49-F238E27FC236}">
                <a16:creationId xmlns:a16="http://schemas.microsoft.com/office/drawing/2014/main" id="{0E23A280-911B-1360-822A-EF1C3B068B3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578780" flipH="1" flipV="1">
            <a:off x="10241686" y="3161387"/>
            <a:ext cx="914400" cy="9144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DDA8530-0B40-A5D0-BF7C-62FBB037EA03}"/>
              </a:ext>
            </a:extLst>
          </p:cNvPr>
          <p:cNvSpPr/>
          <p:nvPr/>
        </p:nvSpPr>
        <p:spPr>
          <a:xfrm>
            <a:off x="8252548" y="863073"/>
            <a:ext cx="1587874" cy="1180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A2E661-3C64-A91B-83E4-D0A9138E7D11}"/>
              </a:ext>
            </a:extLst>
          </p:cNvPr>
          <p:cNvSpPr txBox="1"/>
          <p:nvPr/>
        </p:nvSpPr>
        <p:spPr>
          <a:xfrm>
            <a:off x="791449" y="2726983"/>
            <a:ext cx="25253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***ไม่มีกรณี กำหนดขนาดกระดาษเอง ในการวางเลย์โดยระบบ</a:t>
            </a:r>
            <a:endParaRPr lang="en-US" dirty="0">
              <a:solidFill>
                <a:srgbClr val="FF000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***</a:t>
            </a:r>
            <a:r>
              <a:rPr lang="th-TH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วางเลย์ถูกเกรนเท่านั้น</a:t>
            </a:r>
          </a:p>
        </p:txBody>
      </p:sp>
    </p:spTree>
    <p:extLst>
      <p:ext uri="{BB962C8B-B14F-4D97-AF65-F5344CB8AC3E}">
        <p14:creationId xmlns:p14="http://schemas.microsoft.com/office/powerpoint/2010/main" val="3935460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C9D258-AF0F-B272-2A00-E73C57181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4718"/>
            <a:ext cx="12192000" cy="49377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498977D-DA6A-B99D-1D38-8AF1B8856104}"/>
              </a:ext>
            </a:extLst>
          </p:cNvPr>
          <p:cNvGrpSpPr/>
          <p:nvPr/>
        </p:nvGrpSpPr>
        <p:grpSpPr>
          <a:xfrm>
            <a:off x="624107" y="146698"/>
            <a:ext cx="2180476" cy="524717"/>
            <a:chOff x="261256" y="320493"/>
            <a:chExt cx="2020062" cy="52471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DC964C7-43E3-7FB2-7DAB-D03504F24A90}"/>
                </a:ext>
              </a:extLst>
            </p:cNvPr>
            <p:cNvSpPr/>
            <p:nvPr/>
          </p:nvSpPr>
          <p:spPr>
            <a:xfrm>
              <a:off x="261256" y="320493"/>
              <a:ext cx="2007395" cy="49087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0F97A09F-1C7A-BF76-6922-0DDADA10CDC4}"/>
                </a:ext>
              </a:extLst>
            </p:cNvPr>
            <p:cNvSpPr txBox="1">
              <a:spLocks/>
            </p:cNvSpPr>
            <p:nvPr/>
          </p:nvSpPr>
          <p:spPr>
            <a:xfrm>
              <a:off x="273923" y="339154"/>
              <a:ext cx="2007395" cy="506056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54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j-ea"/>
                  <a:cs typeface="TH Sarabun New" panose="020B0500040200020003" pitchFamily="34" charset="-34"/>
                </a:rPr>
                <a:t>Manual</a:t>
              </a:r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E7DA797-88A1-2550-565D-EC03B5C414C7}"/>
              </a:ext>
            </a:extLst>
          </p:cNvPr>
          <p:cNvSpPr/>
          <p:nvPr/>
        </p:nvSpPr>
        <p:spPr>
          <a:xfrm>
            <a:off x="624107" y="736299"/>
            <a:ext cx="10964113" cy="5764579"/>
          </a:xfrm>
          <a:prstGeom prst="roundRect">
            <a:avLst>
              <a:gd name="adj" fmla="val 2232"/>
            </a:avLst>
          </a:prstGeom>
          <a:noFill/>
          <a:ln w="28575">
            <a:solidFill>
              <a:srgbClr val="BD9DD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11" name="Graphic 10" descr="Arrow: Clockwise curve with solid fill">
            <a:extLst>
              <a:ext uri="{FF2B5EF4-FFF2-40B4-BE49-F238E27FC236}">
                <a16:creationId xmlns:a16="http://schemas.microsoft.com/office/drawing/2014/main" id="{C9C6A5A2-7D74-B1C7-C4F9-264CAC737A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578780" flipH="1" flipV="1">
            <a:off x="9606648" y="3308477"/>
            <a:ext cx="914400" cy="914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3A02BEB-E123-FFD9-4A5C-D27621BE99D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474"/>
          <a:stretch/>
        </p:blipFill>
        <p:spPr>
          <a:xfrm>
            <a:off x="2740646" y="3765678"/>
            <a:ext cx="6480982" cy="26181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47B42E5-6D87-EDBC-078A-140A411910B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474"/>
          <a:stretch/>
        </p:blipFill>
        <p:spPr>
          <a:xfrm>
            <a:off x="2740646" y="1030479"/>
            <a:ext cx="6480982" cy="26181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3ADE468-C968-D727-029A-DC8B6E833793}"/>
              </a:ext>
            </a:extLst>
          </p:cNvPr>
          <p:cNvSpPr/>
          <p:nvPr/>
        </p:nvSpPr>
        <p:spPr>
          <a:xfrm>
            <a:off x="3885822" y="1996752"/>
            <a:ext cx="1587874" cy="7557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87BFE8-509D-59C5-3FB9-62E9040B5BF6}"/>
              </a:ext>
            </a:extLst>
          </p:cNvPr>
          <p:cNvSpPr/>
          <p:nvPr/>
        </p:nvSpPr>
        <p:spPr>
          <a:xfrm>
            <a:off x="3885822" y="3765678"/>
            <a:ext cx="1587874" cy="17953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E8B2A08-9D77-4CB2-431F-F803BFC659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8663" y="4037628"/>
            <a:ext cx="1704760" cy="103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261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FAE055-EDFB-4D70-1614-74E0781D7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4718"/>
            <a:ext cx="12192000" cy="49377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23EC6CAD-7FE8-C03D-2A8C-1EBD243FCD0F}"/>
              </a:ext>
            </a:extLst>
          </p:cNvPr>
          <p:cNvGrpSpPr/>
          <p:nvPr/>
        </p:nvGrpSpPr>
        <p:grpSpPr>
          <a:xfrm>
            <a:off x="2503309" y="587828"/>
            <a:ext cx="7054531" cy="2662778"/>
            <a:chOff x="2503309" y="587828"/>
            <a:chExt cx="7054531" cy="266277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4C8D5CA-3CAA-72DB-DB32-0EA507553A2D}"/>
                </a:ext>
              </a:extLst>
            </p:cNvPr>
            <p:cNvGrpSpPr/>
            <p:nvPr/>
          </p:nvGrpSpPr>
          <p:grpSpPr>
            <a:xfrm>
              <a:off x="2503309" y="587828"/>
              <a:ext cx="7054531" cy="2662778"/>
              <a:chOff x="2503309" y="587828"/>
              <a:chExt cx="7054531" cy="2662778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4529543-2A6D-5837-F727-653D94AE5159}"/>
                  </a:ext>
                </a:extLst>
              </p:cNvPr>
              <p:cNvGrpSpPr/>
              <p:nvPr/>
            </p:nvGrpSpPr>
            <p:grpSpPr>
              <a:xfrm>
                <a:off x="2503309" y="587828"/>
                <a:ext cx="7054531" cy="2662778"/>
                <a:chOff x="2503309" y="587828"/>
                <a:chExt cx="7054531" cy="2662778"/>
              </a:xfrm>
            </p:grpSpPr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9E29E53A-39BB-E22A-412D-C1242319A6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b="65241"/>
                <a:stretch/>
              </p:blipFill>
              <p:spPr>
                <a:xfrm>
                  <a:off x="2503309" y="587828"/>
                  <a:ext cx="7054531" cy="1894115"/>
                </a:xfrm>
                <a:prstGeom prst="rect">
                  <a:avLst/>
                </a:prstGeom>
              </p:spPr>
            </p:pic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642500B2-0AFE-BD5F-93E8-07E59D91732C}"/>
                    </a:ext>
                  </a:extLst>
                </p:cNvPr>
                <p:cNvSpPr/>
                <p:nvPr/>
              </p:nvSpPr>
              <p:spPr>
                <a:xfrm>
                  <a:off x="2547257" y="2080727"/>
                  <a:ext cx="6969967" cy="4012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0E796F6C-DCFC-5EAA-329C-E14BF1F8A9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t="40239" b="45484"/>
                <a:stretch/>
              </p:blipFill>
              <p:spPr>
                <a:xfrm>
                  <a:off x="2503309" y="2472609"/>
                  <a:ext cx="7054531" cy="777997"/>
                </a:xfrm>
                <a:prstGeom prst="rect">
                  <a:avLst/>
                </a:prstGeom>
              </p:spPr>
            </p:pic>
          </p:grp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40A2709-D3EF-D661-F2C0-6EED17E94A32}"/>
                  </a:ext>
                </a:extLst>
              </p:cNvPr>
              <p:cNvSpPr/>
              <p:nvPr/>
            </p:nvSpPr>
            <p:spPr>
              <a:xfrm>
                <a:off x="2995127" y="2500605"/>
                <a:ext cx="737118" cy="317241"/>
              </a:xfrm>
              <a:prstGeom prst="rect">
                <a:avLst/>
              </a:prstGeom>
              <a:solidFill>
                <a:srgbClr val="B4EDC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9D02F45-86FA-BDF5-28CA-D9D52896FA05}"/>
                </a:ext>
              </a:extLst>
            </p:cNvPr>
            <p:cNvSpPr/>
            <p:nvPr/>
          </p:nvSpPr>
          <p:spPr>
            <a:xfrm>
              <a:off x="8770775" y="2491271"/>
              <a:ext cx="737118" cy="317241"/>
            </a:xfrm>
            <a:prstGeom prst="rect">
              <a:avLst/>
            </a:prstGeom>
            <a:solidFill>
              <a:srgbClr val="B4ED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763EBFE-10E7-F9CC-909F-1F82D8E98257}"/>
              </a:ext>
            </a:extLst>
          </p:cNvPr>
          <p:cNvSpPr txBox="1"/>
          <p:nvPr/>
        </p:nvSpPr>
        <p:spPr>
          <a:xfrm>
            <a:off x="2855166" y="2481941"/>
            <a:ext cx="8397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(Proof)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AFEB96-59DB-E3A0-4BF7-FA412BDAE39E}"/>
              </a:ext>
            </a:extLst>
          </p:cNvPr>
          <p:cNvSpPr txBox="1"/>
          <p:nvPr/>
        </p:nvSpPr>
        <p:spPr>
          <a:xfrm>
            <a:off x="2684107" y="2100495"/>
            <a:ext cx="1101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Proof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29BC522-96C1-79BA-4D4D-38658A02A4C1}"/>
              </a:ext>
            </a:extLst>
          </p:cNvPr>
          <p:cNvCxnSpPr/>
          <p:nvPr/>
        </p:nvCxnSpPr>
        <p:spPr>
          <a:xfrm>
            <a:off x="4124130" y="2080727"/>
            <a:ext cx="0" cy="391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A8957F9-B059-C2F4-E777-11E69F1AA725}"/>
              </a:ext>
            </a:extLst>
          </p:cNvPr>
          <p:cNvSpPr txBox="1"/>
          <p:nvPr/>
        </p:nvSpPr>
        <p:spPr>
          <a:xfrm>
            <a:off x="5078964" y="2091164"/>
            <a:ext cx="1101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box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57B9B5E-32E0-0324-CEBE-1B5D5B095759}"/>
              </a:ext>
            </a:extLst>
          </p:cNvPr>
          <p:cNvCxnSpPr/>
          <p:nvPr/>
        </p:nvCxnSpPr>
        <p:spPr>
          <a:xfrm>
            <a:off x="7262326" y="2080727"/>
            <a:ext cx="0" cy="39188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556FD76-D9E0-137B-CABC-2DAE3F9C8DFC}"/>
              </a:ext>
            </a:extLst>
          </p:cNvPr>
          <p:cNvCxnSpPr/>
          <p:nvPr/>
        </p:nvCxnSpPr>
        <p:spPr>
          <a:xfrm>
            <a:off x="8693020" y="2080727"/>
            <a:ext cx="0" cy="39188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F7131BD-E5CB-0F90-9DAA-A55ED432B027}"/>
              </a:ext>
            </a:extLst>
          </p:cNvPr>
          <p:cNvCxnSpPr/>
          <p:nvPr/>
        </p:nvCxnSpPr>
        <p:spPr>
          <a:xfrm>
            <a:off x="8148735" y="2080728"/>
            <a:ext cx="0" cy="391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E2CBDCC8-9D13-C48A-D6CE-3CF248E787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9872"/>
          <a:stretch/>
        </p:blipFill>
        <p:spPr>
          <a:xfrm>
            <a:off x="2503309" y="3240166"/>
            <a:ext cx="7046865" cy="2186659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E01DBD4-3E46-9C56-1101-40CDCD7BDAE4}"/>
              </a:ext>
            </a:extLst>
          </p:cNvPr>
          <p:cNvSpPr/>
          <p:nvPr/>
        </p:nvSpPr>
        <p:spPr>
          <a:xfrm>
            <a:off x="2556588" y="2849390"/>
            <a:ext cx="6951305" cy="401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285C8F-ED5B-31E1-3492-DF3EF8BB1B4E}"/>
              </a:ext>
            </a:extLst>
          </p:cNvPr>
          <p:cNvSpPr txBox="1"/>
          <p:nvPr/>
        </p:nvSpPr>
        <p:spPr>
          <a:xfrm>
            <a:off x="2684107" y="2869158"/>
            <a:ext cx="1101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Print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A9E965E-C88B-C9EA-193F-F9E423D8276B}"/>
              </a:ext>
            </a:extLst>
          </p:cNvPr>
          <p:cNvCxnSpPr/>
          <p:nvPr/>
        </p:nvCxnSpPr>
        <p:spPr>
          <a:xfrm>
            <a:off x="4124130" y="2848284"/>
            <a:ext cx="0" cy="391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A5B943E-945C-86EE-5F68-50BC44502812}"/>
              </a:ext>
            </a:extLst>
          </p:cNvPr>
          <p:cNvSpPr txBox="1"/>
          <p:nvPr/>
        </p:nvSpPr>
        <p:spPr>
          <a:xfrm>
            <a:off x="5631026" y="2859827"/>
            <a:ext cx="1101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box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216BD3D-16E4-A36B-EB98-ABAB9964C7A7}"/>
              </a:ext>
            </a:extLst>
          </p:cNvPr>
          <p:cNvCxnSpPr>
            <a:cxnSpLocks/>
          </p:cNvCxnSpPr>
          <p:nvPr/>
        </p:nvCxnSpPr>
        <p:spPr>
          <a:xfrm flipH="1">
            <a:off x="7259216" y="2848284"/>
            <a:ext cx="3110" cy="40232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4F444CA-9314-439C-D2B2-479A5594795A}"/>
              </a:ext>
            </a:extLst>
          </p:cNvPr>
          <p:cNvCxnSpPr>
            <a:cxnSpLocks/>
          </p:cNvCxnSpPr>
          <p:nvPr/>
        </p:nvCxnSpPr>
        <p:spPr>
          <a:xfrm>
            <a:off x="8148735" y="2848284"/>
            <a:ext cx="0" cy="391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E032E37-4BAA-5D20-ACB9-7ACBB8AB0618}"/>
              </a:ext>
            </a:extLst>
          </p:cNvPr>
          <p:cNvCxnSpPr>
            <a:cxnSpLocks/>
          </p:cNvCxnSpPr>
          <p:nvPr/>
        </p:nvCxnSpPr>
        <p:spPr>
          <a:xfrm>
            <a:off x="8693020" y="2848284"/>
            <a:ext cx="0" cy="40232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90F30DA-808F-C92C-8901-40CE4FFAC07F}"/>
              </a:ext>
            </a:extLst>
          </p:cNvPr>
          <p:cNvCxnSpPr>
            <a:cxnSpLocks/>
          </p:cNvCxnSpPr>
          <p:nvPr/>
        </p:nvCxnSpPr>
        <p:spPr>
          <a:xfrm>
            <a:off x="5134950" y="2835178"/>
            <a:ext cx="0" cy="4049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B8796BA-FA06-BEC1-F13D-45222FD08693}"/>
              </a:ext>
            </a:extLst>
          </p:cNvPr>
          <p:cNvSpPr txBox="1"/>
          <p:nvPr/>
        </p:nvSpPr>
        <p:spPr>
          <a:xfrm>
            <a:off x="4072034" y="2864487"/>
            <a:ext cx="1101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4/0 cols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64CC44-11F7-350B-B36C-48F2CEB099D4}"/>
              </a:ext>
            </a:extLst>
          </p:cNvPr>
          <p:cNvSpPr txBox="1"/>
          <p:nvPr/>
        </p:nvSpPr>
        <p:spPr>
          <a:xfrm>
            <a:off x="7134809" y="2105159"/>
            <a:ext cx="1101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500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93B0203-3F15-DD9D-528C-C0A3C6EB903C}"/>
              </a:ext>
            </a:extLst>
          </p:cNvPr>
          <p:cNvSpPr txBox="1"/>
          <p:nvPr/>
        </p:nvSpPr>
        <p:spPr>
          <a:xfrm>
            <a:off x="8546842" y="2107493"/>
            <a:ext cx="1101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500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94F27-A0FA-FEB2-80C3-DEF41EED3BE1}"/>
              </a:ext>
            </a:extLst>
          </p:cNvPr>
          <p:cNvSpPr txBox="1"/>
          <p:nvPr/>
        </p:nvSpPr>
        <p:spPr>
          <a:xfrm>
            <a:off x="7864243" y="2113374"/>
            <a:ext cx="1101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66975B5-7BCB-1BA3-7C46-E1D1BDFBE3BE}"/>
              </a:ext>
            </a:extLst>
          </p:cNvPr>
          <p:cNvSpPr txBox="1"/>
          <p:nvPr/>
        </p:nvSpPr>
        <p:spPr>
          <a:xfrm>
            <a:off x="7085348" y="2501374"/>
            <a:ext cx="1101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5</a:t>
            </a:r>
            <a:r>
              <a:rPr lang="th-TH" sz="20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* 517</a:t>
            </a:r>
            <a:r>
              <a:rPr lang="en-US" sz="20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=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8324C9F-CD21-A01B-DB40-758BC8DD236F}"/>
              </a:ext>
            </a:extLst>
          </p:cNvPr>
          <p:cNvGrpSpPr/>
          <p:nvPr/>
        </p:nvGrpSpPr>
        <p:grpSpPr>
          <a:xfrm>
            <a:off x="658438" y="5538301"/>
            <a:ext cx="3475021" cy="929721"/>
            <a:chOff x="219900" y="5515911"/>
            <a:chExt cx="3475021" cy="929721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AFA13DB1-5BE2-1550-D0A5-AD8569D74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9900" y="5515911"/>
              <a:ext cx="3475021" cy="92972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5AFA6E4-5986-E40E-497A-D8ACBC1F1FE6}"/>
                </a:ext>
              </a:extLst>
            </p:cNvPr>
            <p:cNvSpPr/>
            <p:nvPr/>
          </p:nvSpPr>
          <p:spPr>
            <a:xfrm>
              <a:off x="219900" y="5515912"/>
              <a:ext cx="3475021" cy="268806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41AAE67D-1E57-161F-1847-5A31E7BF0075}"/>
              </a:ext>
            </a:extLst>
          </p:cNvPr>
          <p:cNvSpPr txBox="1"/>
          <p:nvPr/>
        </p:nvSpPr>
        <p:spPr>
          <a:xfrm>
            <a:off x="7875037" y="2872716"/>
            <a:ext cx="1101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2E85BFA-CA04-EF5B-95F1-B57FCC2AC1D3}"/>
              </a:ext>
            </a:extLst>
          </p:cNvPr>
          <p:cNvSpPr txBox="1"/>
          <p:nvPr/>
        </p:nvSpPr>
        <p:spPr>
          <a:xfrm>
            <a:off x="7343193" y="2870489"/>
            <a:ext cx="722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2,585</a:t>
            </a:r>
          </a:p>
        </p:txBody>
      </p:sp>
      <p:pic>
        <p:nvPicPr>
          <p:cNvPr id="67" name="Graphic 66" descr="Line arrow: Clockwise curve with solid fill">
            <a:extLst>
              <a:ext uri="{FF2B5EF4-FFF2-40B4-BE49-F238E27FC236}">
                <a16:creationId xmlns:a16="http://schemas.microsoft.com/office/drawing/2014/main" id="{D2BBB2BE-B688-2652-90F1-866D86C251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9777817" flipV="1">
            <a:off x="7005488" y="2741999"/>
            <a:ext cx="327547" cy="327547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CD062D68-3C80-83E8-E998-6B9C927268E5}"/>
              </a:ext>
            </a:extLst>
          </p:cNvPr>
          <p:cNvSpPr txBox="1"/>
          <p:nvPr/>
        </p:nvSpPr>
        <p:spPr>
          <a:xfrm>
            <a:off x="8134922" y="2496706"/>
            <a:ext cx="1101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0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จำนวนด้าน</a:t>
            </a:r>
            <a:endParaRPr lang="en-US" sz="2000" b="1" dirty="0">
              <a:solidFill>
                <a:srgbClr val="FF000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71" name="Graphic 70" descr="Line arrow: Clockwise curve with solid fill">
            <a:extLst>
              <a:ext uri="{FF2B5EF4-FFF2-40B4-BE49-F238E27FC236}">
                <a16:creationId xmlns:a16="http://schemas.microsoft.com/office/drawing/2014/main" id="{2FF38B36-5C68-AC00-7506-D68F376E52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9777817" flipV="1">
            <a:off x="8045261" y="2728493"/>
            <a:ext cx="327547" cy="327547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544F7C80-2988-99C3-1D79-90A0FB320401}"/>
              </a:ext>
            </a:extLst>
          </p:cNvPr>
          <p:cNvSpPr txBox="1"/>
          <p:nvPr/>
        </p:nvSpPr>
        <p:spPr>
          <a:xfrm>
            <a:off x="8736182" y="2864432"/>
            <a:ext cx="722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2,585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38AF1E-8020-80CB-D724-E0A748161677}"/>
              </a:ext>
            </a:extLst>
          </p:cNvPr>
          <p:cNvSpPr txBox="1"/>
          <p:nvPr/>
        </p:nvSpPr>
        <p:spPr>
          <a:xfrm>
            <a:off x="3654289" y="2486268"/>
            <a:ext cx="2453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0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มีแค่ 4/0 </a:t>
            </a:r>
            <a:r>
              <a:rPr lang="en-US" sz="20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cols </a:t>
            </a:r>
            <a:r>
              <a:rPr lang="th-TH" sz="20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 4/4 </a:t>
            </a:r>
            <a:r>
              <a:rPr lang="en-US" sz="20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cols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FEDF9B3-74EE-0E25-7782-7732A653304A}"/>
              </a:ext>
            </a:extLst>
          </p:cNvPr>
          <p:cNvGrpSpPr/>
          <p:nvPr/>
        </p:nvGrpSpPr>
        <p:grpSpPr>
          <a:xfrm>
            <a:off x="257702" y="127619"/>
            <a:ext cx="2180476" cy="524717"/>
            <a:chOff x="261256" y="320493"/>
            <a:chExt cx="2020062" cy="524717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3F03EC8-6AD9-6CCC-776A-78AEFAD7CBC9}"/>
                </a:ext>
              </a:extLst>
            </p:cNvPr>
            <p:cNvSpPr/>
            <p:nvPr/>
          </p:nvSpPr>
          <p:spPr>
            <a:xfrm>
              <a:off x="261256" y="320493"/>
              <a:ext cx="2007395" cy="49087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D2644FDD-FF37-7A71-3EA7-C0510B6A4ED6}"/>
                </a:ext>
              </a:extLst>
            </p:cNvPr>
            <p:cNvSpPr txBox="1">
              <a:spLocks/>
            </p:cNvSpPr>
            <p:nvPr/>
          </p:nvSpPr>
          <p:spPr>
            <a:xfrm>
              <a:off x="273923" y="339154"/>
              <a:ext cx="2007395" cy="506056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54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h-TH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j-ea"/>
                  <a:cs typeface="TH Sarabun New" panose="020B0500040200020003" pitchFamily="34" charset="-34"/>
                </a:rPr>
                <a:t>ตัวอย่าง</a:t>
              </a: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H Sarabun New" panose="020B0500040200020003" pitchFamily="34" charset="-34"/>
                <a:ea typeface="+mj-ea"/>
                <a:cs typeface="TH Sarabun New" panose="020B0500040200020003" pitchFamily="34" charset="-34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55B2C35-DE53-4C69-7C44-EADBAD1EDDF6}"/>
              </a:ext>
            </a:extLst>
          </p:cNvPr>
          <p:cNvSpPr txBox="1"/>
          <p:nvPr/>
        </p:nvSpPr>
        <p:spPr>
          <a:xfrm>
            <a:off x="9484933" y="2116824"/>
            <a:ext cx="2453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0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คิด 500 บาท/ 1 </a:t>
            </a:r>
            <a:r>
              <a:rPr lang="en-US" sz="20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component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B11D78-2F65-C30F-D0DE-8691EA5AE408}"/>
              </a:ext>
            </a:extLst>
          </p:cNvPr>
          <p:cNvSpPr/>
          <p:nvPr/>
        </p:nvSpPr>
        <p:spPr>
          <a:xfrm>
            <a:off x="4130816" y="2847409"/>
            <a:ext cx="994804" cy="4001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F06AAE7-237F-55B7-C0BB-F3B066339C4D}"/>
              </a:ext>
            </a:extLst>
          </p:cNvPr>
          <p:cNvSpPr/>
          <p:nvPr/>
        </p:nvSpPr>
        <p:spPr>
          <a:xfrm>
            <a:off x="2521512" y="2076374"/>
            <a:ext cx="1602617" cy="4001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9107A8D-2160-2FB1-6A8A-04A16A9FDB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4747" y="5748444"/>
            <a:ext cx="7567591" cy="66247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C93BE86B-A2D3-D520-76BB-F5A21C3B6E0E}"/>
              </a:ext>
            </a:extLst>
          </p:cNvPr>
          <p:cNvSpPr/>
          <p:nvPr/>
        </p:nvSpPr>
        <p:spPr>
          <a:xfrm>
            <a:off x="8610002" y="5797832"/>
            <a:ext cx="767263" cy="54698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641A03-C39A-05EA-A91D-3B7993A9995F}"/>
              </a:ext>
            </a:extLst>
          </p:cNvPr>
          <p:cNvSpPr/>
          <p:nvPr/>
        </p:nvSpPr>
        <p:spPr>
          <a:xfrm>
            <a:off x="8693020" y="3269268"/>
            <a:ext cx="814873" cy="311234"/>
          </a:xfrm>
          <a:prstGeom prst="rect">
            <a:avLst/>
          </a:prstGeom>
          <a:solidFill>
            <a:srgbClr val="B4ED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6DB8DEE-9342-BF6C-506A-9BB6F57BE295}"/>
              </a:ext>
            </a:extLst>
          </p:cNvPr>
          <p:cNvSpPr txBox="1"/>
          <p:nvPr/>
        </p:nvSpPr>
        <p:spPr>
          <a:xfrm>
            <a:off x="8736181" y="3258871"/>
            <a:ext cx="722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2,585</a:t>
            </a:r>
          </a:p>
        </p:txBody>
      </p:sp>
    </p:spTree>
    <p:extLst>
      <p:ext uri="{BB962C8B-B14F-4D97-AF65-F5344CB8AC3E}">
        <p14:creationId xmlns:p14="http://schemas.microsoft.com/office/powerpoint/2010/main" val="1278890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</TotalTime>
  <Words>276</Words>
  <Application>Microsoft Office PowerPoint</Application>
  <PresentationFormat>Widescreen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Avenir Next LT Pro</vt:lpstr>
      <vt:lpstr>Calibri</vt:lpstr>
      <vt:lpstr>Calibri Light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Engineer02 Siri</dc:creator>
  <cp:lastModifiedBy>Engineer02 Siri</cp:lastModifiedBy>
  <cp:revision>25</cp:revision>
  <dcterms:created xsi:type="dcterms:W3CDTF">2022-09-01T04:49:54Z</dcterms:created>
  <dcterms:modified xsi:type="dcterms:W3CDTF">2022-09-05T02:17:57Z</dcterms:modified>
</cp:coreProperties>
</file>